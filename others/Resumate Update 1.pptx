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Teachers"/>
      <p:regular r:id="rId14"/>
      <p:bold r:id="rId15"/>
      <p:italic r:id="rId16"/>
      <p:boldItalic r:id="rId17"/>
    </p:embeddedFont>
    <p:embeddedFont>
      <p:font typeface="Cal Sans"/>
      <p:regular r:id="rId18"/>
    </p:embeddedFont>
    <p:embeddedFont>
      <p:font typeface="Noto Sans Symbols"/>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buygsn/pZAzyxM0PM2fVD5PtW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toSansSymbols-bold.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Teachers-bold.fntdata"/><Relationship Id="rId14" Type="http://schemas.openxmlformats.org/officeDocument/2006/relationships/font" Target="fonts/Teachers-regular.fntdata"/><Relationship Id="rId17" Type="http://schemas.openxmlformats.org/officeDocument/2006/relationships/font" Target="fonts/Teachers-boldItalic.fntdata"/><Relationship Id="rId16" Type="http://schemas.openxmlformats.org/officeDocument/2006/relationships/font" Target="fonts/Teachers-italic.fntdata"/><Relationship Id="rId5" Type="http://schemas.openxmlformats.org/officeDocument/2006/relationships/slide" Target="slides/slide1.xml"/><Relationship Id="rId19" Type="http://schemas.openxmlformats.org/officeDocument/2006/relationships/font" Target="fonts/NotoSansSymbols-regular.fntdata"/><Relationship Id="rId6" Type="http://schemas.openxmlformats.org/officeDocument/2006/relationships/slide" Target="slides/slide2.xml"/><Relationship Id="rId18" Type="http://schemas.openxmlformats.org/officeDocument/2006/relationships/font" Target="fonts/CalSans-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9b2fe2a8d2_1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9b2fe2a8d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b2fe2a8d2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b2fe2a8d2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b2fe2a8d2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b2fe2a8d2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sp>
        <p:nvSpPr>
          <p:cNvPr id="7" name="Google Shape;7;p14"/>
          <p:cNvSpPr/>
          <p:nvPr/>
        </p:nvSpPr>
        <p:spPr>
          <a:xfrm flipH="1" rot="10800000">
            <a:off x="-360" y="3852360"/>
            <a:ext cx="9143640" cy="1291320"/>
          </a:xfrm>
          <a:prstGeom prst="rect">
            <a:avLst/>
          </a:prstGeom>
          <a:gradFill>
            <a:gsLst>
              <a:gs pos="0">
                <a:srgbClr val="FFFFFF"/>
              </a:gs>
              <a:gs pos="81000">
                <a:srgbClr val="E8F6FF"/>
              </a:gs>
              <a:gs pos="100000">
                <a:srgbClr val="D0EDFF"/>
              </a:gs>
            </a:gsLst>
            <a:lin ang="53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 name="Google Shape;8;p14"/>
          <p:cNvSpPr txBox="1"/>
          <p:nvPr>
            <p:ph type="title"/>
          </p:nvPr>
        </p:nvSpPr>
        <p:spPr>
          <a:xfrm>
            <a:off x="428760" y="2966040"/>
            <a:ext cx="6376320" cy="163728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4"/>
          <p:cNvSpPr txBox="1"/>
          <p:nvPr>
            <p:ph idx="1" type="body"/>
          </p:nvPr>
        </p:nvSpPr>
        <p:spPr>
          <a:xfrm>
            <a:off x="546120" y="355680"/>
            <a:ext cx="8169120" cy="261036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2" type="blank">
  <p:cSld name="BLANK">
    <p:bg>
      <p:bgPr>
        <a:solidFill>
          <a:schemeClr val="lt1"/>
        </a:solidFill>
      </p:bgPr>
    </p:bg>
    <p:spTree>
      <p:nvGrpSpPr>
        <p:cNvPr id="10" name="Shape 10"/>
        <p:cNvGrpSpPr/>
        <p:nvPr/>
      </p:nvGrpSpPr>
      <p:grpSpPr>
        <a:xfrm>
          <a:off x="0" y="0"/>
          <a:ext cx="0" cy="0"/>
          <a:chOff x="0" y="0"/>
          <a:chExt cx="0" cy="0"/>
        </a:xfrm>
      </p:grpSpPr>
      <p:sp>
        <p:nvSpPr>
          <p:cNvPr id="11" name="Google Shape;11;p15"/>
          <p:cNvSpPr/>
          <p:nvPr/>
        </p:nvSpPr>
        <p:spPr>
          <a:xfrm rot="-5400000">
            <a:off x="-1926360" y="1926360"/>
            <a:ext cx="5145480" cy="1291320"/>
          </a:xfrm>
          <a:prstGeom prst="rect">
            <a:avLst/>
          </a:prstGeom>
          <a:gradFill>
            <a:gsLst>
              <a:gs pos="0">
                <a:srgbClr val="FFFFFF"/>
              </a:gs>
              <a:gs pos="81000">
                <a:srgbClr val="E8F6FF"/>
              </a:gs>
              <a:gs pos="100000">
                <a:srgbClr val="D0EDFF"/>
              </a:gs>
            </a:gsLst>
            <a:lin ang="107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 name="Google Shape;12;p15"/>
          <p:cNvSpPr txBox="1"/>
          <p:nvPr>
            <p:ph type="title"/>
          </p:nvPr>
        </p:nvSpPr>
        <p:spPr>
          <a:xfrm>
            <a:off x="546120" y="2350440"/>
            <a:ext cx="2956320" cy="225324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15"/>
          <p:cNvSpPr txBox="1"/>
          <p:nvPr>
            <p:ph idx="1" type="body"/>
          </p:nvPr>
        </p:nvSpPr>
        <p:spPr>
          <a:xfrm>
            <a:off x="3599640" y="2350440"/>
            <a:ext cx="5115240" cy="27907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14" name="Shape 14"/>
        <p:cNvGrpSpPr/>
        <p:nvPr/>
      </p:nvGrpSpPr>
      <p:grpSpPr>
        <a:xfrm>
          <a:off x="0" y="0"/>
          <a:ext cx="0" cy="0"/>
          <a:chOff x="0" y="0"/>
          <a:chExt cx="0" cy="0"/>
        </a:xfrm>
      </p:grpSpPr>
      <p:sp>
        <p:nvSpPr>
          <p:cNvPr id="15" name="Google Shape;15;p16"/>
          <p:cNvSpPr/>
          <p:nvPr/>
        </p:nvSpPr>
        <p:spPr>
          <a:xfrm>
            <a:off x="0" y="-2520"/>
            <a:ext cx="9143640" cy="1291320"/>
          </a:xfrm>
          <a:prstGeom prst="rect">
            <a:avLst/>
          </a:prstGeom>
          <a:gradFill>
            <a:gsLst>
              <a:gs pos="0">
                <a:srgbClr val="FFFFFF"/>
              </a:gs>
              <a:gs pos="81000">
                <a:srgbClr val="E8F6FF"/>
              </a:gs>
              <a:gs pos="100000">
                <a:srgbClr val="D0EDFF"/>
              </a:gs>
            </a:gsLst>
            <a:lin ang="16200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 name="Google Shape;16;p16"/>
          <p:cNvSpPr txBox="1"/>
          <p:nvPr>
            <p:ph type="title"/>
          </p:nvPr>
        </p:nvSpPr>
        <p:spPr>
          <a:xfrm>
            <a:off x="4413960" y="539640"/>
            <a:ext cx="4383360" cy="13410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 name="Google Shape;17;p16"/>
          <p:cNvSpPr txBox="1"/>
          <p:nvPr>
            <p:ph idx="2" type="title"/>
          </p:nvPr>
        </p:nvSpPr>
        <p:spPr>
          <a:xfrm>
            <a:off x="422640" y="539640"/>
            <a:ext cx="1551960" cy="8413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 name="Google Shape;18;p16"/>
          <p:cNvSpPr txBox="1"/>
          <p:nvPr>
            <p:ph idx="1" type="body"/>
          </p:nvPr>
        </p:nvSpPr>
        <p:spPr>
          <a:xfrm>
            <a:off x="546120" y="1993320"/>
            <a:ext cx="8169120" cy="261036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_1">
  <p:cSld name="ONE_COLUMN_TEXT_1">
    <p:bg>
      <p:bgPr>
        <a:solidFill>
          <a:schemeClr val="lt1"/>
        </a:solidFill>
      </p:bgPr>
    </p:bg>
    <p:spTree>
      <p:nvGrpSpPr>
        <p:cNvPr id="19" name="Shape 19"/>
        <p:cNvGrpSpPr/>
        <p:nvPr/>
      </p:nvGrpSpPr>
      <p:grpSpPr>
        <a:xfrm>
          <a:off x="0" y="0"/>
          <a:ext cx="0" cy="0"/>
          <a:chOff x="0" y="0"/>
          <a:chExt cx="0" cy="0"/>
        </a:xfrm>
      </p:grpSpPr>
      <p:sp>
        <p:nvSpPr>
          <p:cNvPr id="20" name="Google Shape;20;p17"/>
          <p:cNvSpPr/>
          <p:nvPr/>
        </p:nvSpPr>
        <p:spPr>
          <a:xfrm flipH="1" rot="5400000">
            <a:off x="5924520" y="1926360"/>
            <a:ext cx="5145480" cy="1291320"/>
          </a:xfrm>
          <a:prstGeom prst="rect">
            <a:avLst/>
          </a:prstGeom>
          <a:gradFill>
            <a:gsLst>
              <a:gs pos="0">
                <a:srgbClr val="FFFFFF"/>
              </a:gs>
              <a:gs pos="81000">
                <a:srgbClr val="E8F6FF"/>
              </a:gs>
              <a:gs pos="100000">
                <a:srgbClr val="D0EDFF"/>
              </a:gs>
            </a:gsLst>
            <a:lin ang="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 name="Google Shape;21;p17"/>
          <p:cNvSpPr txBox="1"/>
          <p:nvPr>
            <p:ph type="title"/>
          </p:nvPr>
        </p:nvSpPr>
        <p:spPr>
          <a:xfrm>
            <a:off x="4201200" y="539640"/>
            <a:ext cx="4513680" cy="219852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 name="Google Shape;22;p1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23" name="Shape 23"/>
        <p:cNvGrpSpPr/>
        <p:nvPr/>
      </p:nvGrpSpPr>
      <p:grpSpPr>
        <a:xfrm>
          <a:off x="0" y="0"/>
          <a:ext cx="0" cy="0"/>
          <a:chOff x="0" y="0"/>
          <a:chExt cx="0" cy="0"/>
        </a:xfrm>
      </p:grpSpPr>
      <p:sp>
        <p:nvSpPr>
          <p:cNvPr id="24" name="Google Shape;24;p18"/>
          <p:cNvSpPr/>
          <p:nvPr/>
        </p:nvSpPr>
        <p:spPr>
          <a:xfrm>
            <a:off x="0" y="0"/>
            <a:ext cx="9143640" cy="1291320"/>
          </a:xfrm>
          <a:prstGeom prst="rect">
            <a:avLst/>
          </a:prstGeom>
          <a:gradFill>
            <a:gsLst>
              <a:gs pos="0">
                <a:srgbClr val="FFFFFF"/>
              </a:gs>
              <a:gs pos="81000">
                <a:srgbClr val="E8F6FF"/>
              </a:gs>
              <a:gs pos="100000">
                <a:srgbClr val="D0EDFF"/>
              </a:gs>
            </a:gsLst>
            <a:lin ang="16200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 name="Google Shape;25;p18"/>
          <p:cNvSpPr txBox="1"/>
          <p:nvPr>
            <p:ph type="title"/>
          </p:nvPr>
        </p:nvSpPr>
        <p:spPr>
          <a:xfrm>
            <a:off x="2099160" y="1353960"/>
            <a:ext cx="3787200" cy="1058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6" name="Google Shape;26;p18"/>
          <p:cNvSpPr/>
          <p:nvPr/>
        </p:nvSpPr>
        <p:spPr>
          <a:xfrm>
            <a:off x="2099160" y="3471480"/>
            <a:ext cx="3787200" cy="5558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US" sz="1000" u="none" cap="none" strike="noStrike">
                <a:solidFill>
                  <a:schemeClr val="dk1"/>
                </a:solidFill>
                <a:latin typeface="Teachers"/>
                <a:ea typeface="Teachers"/>
                <a:cs typeface="Teachers"/>
                <a:sym typeface="Teachers"/>
              </a:rPr>
              <a:t>CREDITS:</a:t>
            </a:r>
            <a:r>
              <a:rPr b="0" i="0" lang="en-US" sz="1000" u="none" cap="none" strike="noStrike">
                <a:solidFill>
                  <a:schemeClr val="dk1"/>
                </a:solidFill>
                <a:latin typeface="Teachers"/>
                <a:ea typeface="Teachers"/>
                <a:cs typeface="Teachers"/>
                <a:sym typeface="Teachers"/>
              </a:rPr>
              <a:t> This presentation template was created by </a:t>
            </a:r>
            <a:r>
              <a:rPr b="1" i="0" lang="en-US" sz="1000" u="sng" cap="none" strike="noStrike">
                <a:solidFill>
                  <a:schemeClr val="dk1"/>
                </a:solidFill>
                <a:latin typeface="Teachers"/>
                <a:ea typeface="Teachers"/>
                <a:cs typeface="Teachers"/>
                <a:sym typeface="Teachers"/>
                <a:hlinkClick r:id="rId2">
                  <a:extLst>
                    <a:ext uri="{A12FA001-AC4F-418D-AE19-62706E023703}">
                      <ahyp:hlinkClr val="tx"/>
                    </a:ext>
                  </a:extLst>
                </a:hlinkClick>
              </a:rPr>
              <a:t>Slidesgo</a:t>
            </a:r>
            <a:r>
              <a:rPr b="0" i="0" lang="en-US" sz="1000" u="none" cap="none" strike="noStrike">
                <a:solidFill>
                  <a:schemeClr val="dk1"/>
                </a:solidFill>
                <a:latin typeface="Teachers"/>
                <a:ea typeface="Teachers"/>
                <a:cs typeface="Teachers"/>
                <a:sym typeface="Teachers"/>
              </a:rPr>
              <a:t>, and includes icons, infographics &amp; images by </a:t>
            </a:r>
            <a:r>
              <a:rPr b="1" i="0" lang="en-US" sz="1000" u="sng" cap="none" strike="noStrike">
                <a:solidFill>
                  <a:schemeClr val="dk1"/>
                </a:solidFill>
                <a:latin typeface="Teachers"/>
                <a:ea typeface="Teachers"/>
                <a:cs typeface="Teachers"/>
                <a:sym typeface="Teachers"/>
                <a:hlinkClick r:id="rId3">
                  <a:extLst>
                    <a:ext uri="{A12FA001-AC4F-418D-AE19-62706E023703}">
                      <ahyp:hlinkClr val="tx"/>
                    </a:ext>
                  </a:extLst>
                </a:hlinkClick>
              </a:rPr>
              <a:t>Freepik</a:t>
            </a:r>
            <a:r>
              <a:rPr b="0" i="0" lang="en-US" sz="1000" u="sng" cap="none" strike="noStrike">
                <a:solidFill>
                  <a:schemeClr val="dk1"/>
                </a:solidFill>
                <a:latin typeface="Teachers"/>
                <a:ea typeface="Teachers"/>
                <a:cs typeface="Teachers"/>
                <a:sym typeface="Teachers"/>
              </a:rPr>
              <a:t> </a:t>
            </a:r>
            <a:endParaRPr b="0" i="0" sz="10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lt1"/>
        </a:solidFill>
      </p:bgPr>
    </p:bg>
    <p:spTree>
      <p:nvGrpSpPr>
        <p:cNvPr id="27" name="Shape 27"/>
        <p:cNvGrpSpPr/>
        <p:nvPr/>
      </p:nvGrpSpPr>
      <p:grpSpPr>
        <a:xfrm>
          <a:off x="0" y="0"/>
          <a:ext cx="0" cy="0"/>
          <a:chOff x="0" y="0"/>
          <a:chExt cx="0" cy="0"/>
        </a:xfrm>
      </p:grpSpPr>
      <p:sp>
        <p:nvSpPr>
          <p:cNvPr id="28" name="Google Shape;28;p19"/>
          <p:cNvSpPr/>
          <p:nvPr/>
        </p:nvSpPr>
        <p:spPr>
          <a:xfrm>
            <a:off x="0" y="-2520"/>
            <a:ext cx="9143640" cy="1291320"/>
          </a:xfrm>
          <a:prstGeom prst="rect">
            <a:avLst/>
          </a:prstGeom>
          <a:gradFill>
            <a:gsLst>
              <a:gs pos="0">
                <a:srgbClr val="FFFFFF"/>
              </a:gs>
              <a:gs pos="81000">
                <a:srgbClr val="E8F6FF"/>
              </a:gs>
              <a:gs pos="100000">
                <a:srgbClr val="D0EDFF"/>
              </a:gs>
            </a:gsLst>
            <a:lin ang="16200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 name="Google Shape;29;p19"/>
          <p:cNvSpPr txBox="1"/>
          <p:nvPr>
            <p:ph hasCustomPrompt="1" type="title"/>
          </p:nvPr>
        </p:nvSpPr>
        <p:spPr>
          <a:xfrm>
            <a:off x="1284120" y="1288080"/>
            <a:ext cx="6575760" cy="15264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rgbClr val="FFFFFF"/>
        </a:solidFill>
      </p:bgPr>
    </p:bg>
    <p:spTree>
      <p:nvGrpSpPr>
        <p:cNvPr id="30" name="Shape 3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
  <p:cSld name="BLANK_1_1_1_1_1_1">
    <p:bg>
      <p:bgPr>
        <a:solidFill>
          <a:schemeClr val="lt1"/>
        </a:solidFill>
      </p:bgPr>
    </p:bg>
    <p:spTree>
      <p:nvGrpSpPr>
        <p:cNvPr id="31" name="Shape 31"/>
        <p:cNvGrpSpPr/>
        <p:nvPr/>
      </p:nvGrpSpPr>
      <p:grpSpPr>
        <a:xfrm>
          <a:off x="0" y="0"/>
          <a:ext cx="0" cy="0"/>
          <a:chOff x="0" y="0"/>
          <a:chExt cx="0" cy="0"/>
        </a:xfrm>
      </p:grpSpPr>
      <p:sp>
        <p:nvSpPr>
          <p:cNvPr id="32" name="Google Shape;32;p21"/>
          <p:cNvSpPr/>
          <p:nvPr/>
        </p:nvSpPr>
        <p:spPr>
          <a:xfrm flipH="1" rot="5400000">
            <a:off x="5924520" y="1926360"/>
            <a:ext cx="5145480" cy="1291320"/>
          </a:xfrm>
          <a:prstGeom prst="rect">
            <a:avLst/>
          </a:prstGeom>
          <a:gradFill>
            <a:gsLst>
              <a:gs pos="0">
                <a:srgbClr val="FFFFFF"/>
              </a:gs>
              <a:gs pos="81000">
                <a:srgbClr val="E8F6FF"/>
              </a:gs>
              <a:gs pos="100000">
                <a:srgbClr val="D0EDFF"/>
              </a:gs>
            </a:gsLst>
            <a:lin ang="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3" name="Google Shape;33;p21"/>
          <p:cNvSpPr txBox="1"/>
          <p:nvPr>
            <p:ph type="title"/>
          </p:nvPr>
        </p:nvSpPr>
        <p:spPr>
          <a:xfrm>
            <a:off x="546120" y="444960"/>
            <a:ext cx="8168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4" name="Google Shape;34;p21"/>
          <p:cNvSpPr txBox="1"/>
          <p:nvPr>
            <p:ph idx="2" type="title"/>
          </p:nvPr>
        </p:nvSpPr>
        <p:spPr>
          <a:xfrm>
            <a:off x="7577280" y="1484280"/>
            <a:ext cx="84672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5" name="Google Shape;35;p21"/>
          <p:cNvSpPr txBox="1"/>
          <p:nvPr>
            <p:ph idx="3" type="title"/>
          </p:nvPr>
        </p:nvSpPr>
        <p:spPr>
          <a:xfrm>
            <a:off x="7577280" y="3085560"/>
            <a:ext cx="84672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6" name="Google Shape;36;p21"/>
          <p:cNvSpPr txBox="1"/>
          <p:nvPr>
            <p:ph idx="4" type="title"/>
          </p:nvPr>
        </p:nvSpPr>
        <p:spPr>
          <a:xfrm>
            <a:off x="7577280" y="2018880"/>
            <a:ext cx="84672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7" name="Google Shape;37;p21"/>
          <p:cNvSpPr txBox="1"/>
          <p:nvPr>
            <p:ph idx="5" type="title"/>
          </p:nvPr>
        </p:nvSpPr>
        <p:spPr>
          <a:xfrm>
            <a:off x="7577280" y="3620880"/>
            <a:ext cx="84672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 name="Google Shape;38;p21"/>
          <p:cNvSpPr txBox="1"/>
          <p:nvPr>
            <p:ph idx="6" type="title"/>
          </p:nvPr>
        </p:nvSpPr>
        <p:spPr>
          <a:xfrm>
            <a:off x="7577280" y="2549880"/>
            <a:ext cx="84672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9" name="Google Shape;39;p21"/>
          <p:cNvSpPr txBox="1"/>
          <p:nvPr>
            <p:ph idx="7" type="title"/>
          </p:nvPr>
        </p:nvSpPr>
        <p:spPr>
          <a:xfrm>
            <a:off x="7577280" y="4156560"/>
            <a:ext cx="846720" cy="44712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
  <p:cSld name="TITLE_ONLY_1">
    <p:bg>
      <p:bgPr>
        <a:solidFill>
          <a:schemeClr val="lt1"/>
        </a:solidFill>
      </p:bgPr>
    </p:bg>
    <p:spTree>
      <p:nvGrpSpPr>
        <p:cNvPr id="40" name="Shape 40"/>
        <p:cNvGrpSpPr/>
        <p:nvPr/>
      </p:nvGrpSpPr>
      <p:grpSpPr>
        <a:xfrm>
          <a:off x="0" y="0"/>
          <a:ext cx="0" cy="0"/>
          <a:chOff x="0" y="0"/>
          <a:chExt cx="0" cy="0"/>
        </a:xfrm>
      </p:grpSpPr>
      <p:sp>
        <p:nvSpPr>
          <p:cNvPr id="41" name="Google Shape;41;p22"/>
          <p:cNvSpPr/>
          <p:nvPr/>
        </p:nvSpPr>
        <p:spPr>
          <a:xfrm rot="-5400000">
            <a:off x="-1926360" y="1926360"/>
            <a:ext cx="5145480" cy="1291320"/>
          </a:xfrm>
          <a:prstGeom prst="rect">
            <a:avLst/>
          </a:prstGeom>
          <a:gradFill>
            <a:gsLst>
              <a:gs pos="0">
                <a:srgbClr val="FFFFFF"/>
              </a:gs>
              <a:gs pos="81000">
                <a:srgbClr val="E8F6FF"/>
              </a:gs>
              <a:gs pos="100000">
                <a:srgbClr val="D0EDFF"/>
              </a:gs>
            </a:gsLst>
            <a:lin ang="107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 name="Google Shape;42;p22"/>
          <p:cNvSpPr txBox="1"/>
          <p:nvPr>
            <p:ph type="title"/>
          </p:nvPr>
        </p:nvSpPr>
        <p:spPr>
          <a:xfrm>
            <a:off x="720000" y="444960"/>
            <a:ext cx="4207320" cy="118008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2">
  <p:cSld name="TITLE_ONLY_2">
    <p:bg>
      <p:bgPr>
        <a:solidFill>
          <a:schemeClr val="lt1"/>
        </a:solidFill>
      </p:bgPr>
    </p:bg>
    <p:spTree>
      <p:nvGrpSpPr>
        <p:cNvPr id="43" name="Shape 43"/>
        <p:cNvGrpSpPr/>
        <p:nvPr/>
      </p:nvGrpSpPr>
      <p:grpSpPr>
        <a:xfrm>
          <a:off x="0" y="0"/>
          <a:ext cx="0" cy="0"/>
          <a:chOff x="0" y="0"/>
          <a:chExt cx="0" cy="0"/>
        </a:xfrm>
      </p:grpSpPr>
      <p:sp>
        <p:nvSpPr>
          <p:cNvPr id="44" name="Google Shape;44;p23"/>
          <p:cNvSpPr/>
          <p:nvPr/>
        </p:nvSpPr>
        <p:spPr>
          <a:xfrm flipH="1" rot="10800000">
            <a:off x="-360" y="3852360"/>
            <a:ext cx="9143640" cy="1291320"/>
          </a:xfrm>
          <a:prstGeom prst="rect">
            <a:avLst/>
          </a:prstGeom>
          <a:gradFill>
            <a:gsLst>
              <a:gs pos="0">
                <a:srgbClr val="FFFFFF"/>
              </a:gs>
              <a:gs pos="81000">
                <a:srgbClr val="E8F6FF"/>
              </a:gs>
              <a:gs pos="100000">
                <a:srgbClr val="D0EDFF"/>
              </a:gs>
            </a:gsLst>
            <a:lin ang="53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 name="Google Shape;45;p23"/>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
  <p:cSld name="CUSTOM_6">
    <p:bg>
      <p:bgPr>
        <a:solidFill>
          <a:schemeClr val="lt1"/>
        </a:solidFill>
      </p:bgPr>
    </p:bg>
    <p:spTree>
      <p:nvGrpSpPr>
        <p:cNvPr id="46" name="Shape 46"/>
        <p:cNvGrpSpPr/>
        <p:nvPr/>
      </p:nvGrpSpPr>
      <p:grpSpPr>
        <a:xfrm>
          <a:off x="0" y="0"/>
          <a:ext cx="0" cy="0"/>
          <a:chOff x="0" y="0"/>
          <a:chExt cx="0" cy="0"/>
        </a:xfrm>
      </p:grpSpPr>
      <p:sp>
        <p:nvSpPr>
          <p:cNvPr id="47" name="Google Shape;47;p24"/>
          <p:cNvSpPr/>
          <p:nvPr/>
        </p:nvSpPr>
        <p:spPr>
          <a:xfrm flipH="1" rot="10800000">
            <a:off x="-360" y="3852360"/>
            <a:ext cx="9143640" cy="1291320"/>
          </a:xfrm>
          <a:prstGeom prst="rect">
            <a:avLst/>
          </a:prstGeom>
          <a:gradFill>
            <a:gsLst>
              <a:gs pos="0">
                <a:srgbClr val="FFFFFF"/>
              </a:gs>
              <a:gs pos="81000">
                <a:srgbClr val="E8F6FF"/>
              </a:gs>
              <a:gs pos="100000">
                <a:srgbClr val="D0EDFF"/>
              </a:gs>
            </a:gsLst>
            <a:lin ang="53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 name="Google Shape;48;p24"/>
          <p:cNvSpPr txBox="1"/>
          <p:nvPr>
            <p:ph type="title"/>
          </p:nvPr>
        </p:nvSpPr>
        <p:spPr>
          <a:xfrm>
            <a:off x="546120" y="444960"/>
            <a:ext cx="8177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9" name="Google Shape;49;p24"/>
          <p:cNvSpPr txBox="1"/>
          <p:nvPr>
            <p:ph idx="1" type="body"/>
          </p:nvPr>
        </p:nvSpPr>
        <p:spPr>
          <a:xfrm>
            <a:off x="546120" y="2514600"/>
            <a:ext cx="2678760" cy="14058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0" name="Google Shape;50;p24"/>
          <p:cNvSpPr txBox="1"/>
          <p:nvPr>
            <p:ph idx="2" type="body"/>
          </p:nvPr>
        </p:nvSpPr>
        <p:spPr>
          <a:xfrm>
            <a:off x="3295440" y="2514600"/>
            <a:ext cx="2678760" cy="14058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1" name="Google Shape;51;p24"/>
          <p:cNvSpPr txBox="1"/>
          <p:nvPr>
            <p:ph idx="3" type="body"/>
          </p:nvPr>
        </p:nvSpPr>
        <p:spPr>
          <a:xfrm>
            <a:off x="6045120" y="2514600"/>
            <a:ext cx="2678760" cy="14058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lt1"/>
        </a:solidFill>
      </p:bgPr>
    </p:bg>
    <p:spTree>
      <p:nvGrpSpPr>
        <p:cNvPr id="52" name="Shape 52"/>
        <p:cNvGrpSpPr/>
        <p:nvPr/>
      </p:nvGrpSpPr>
      <p:grpSpPr>
        <a:xfrm>
          <a:off x="0" y="0"/>
          <a:ext cx="0" cy="0"/>
          <a:chOff x="0" y="0"/>
          <a:chExt cx="0" cy="0"/>
        </a:xfrm>
      </p:grpSpPr>
      <p:sp>
        <p:nvSpPr>
          <p:cNvPr id="53" name="Google Shape;53;p25"/>
          <p:cNvSpPr/>
          <p:nvPr/>
        </p:nvSpPr>
        <p:spPr>
          <a:xfrm>
            <a:off x="0" y="-2520"/>
            <a:ext cx="9143640" cy="1291320"/>
          </a:xfrm>
          <a:prstGeom prst="rect">
            <a:avLst/>
          </a:prstGeom>
          <a:gradFill>
            <a:gsLst>
              <a:gs pos="0">
                <a:srgbClr val="FFFFFF"/>
              </a:gs>
              <a:gs pos="81000">
                <a:srgbClr val="E8F6FF"/>
              </a:gs>
              <a:gs pos="100000">
                <a:srgbClr val="D0EDFF"/>
              </a:gs>
            </a:gsLst>
            <a:lin ang="16200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4" name="Google Shape;54;p25"/>
          <p:cNvSpPr txBox="1"/>
          <p:nvPr>
            <p:ph type="title"/>
          </p:nvPr>
        </p:nvSpPr>
        <p:spPr>
          <a:xfrm>
            <a:off x="71316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8">
  <p:cSld name="CUSTOM_8">
    <p:bg>
      <p:bgPr>
        <a:solidFill>
          <a:schemeClr val="lt1"/>
        </a:solidFill>
      </p:bgPr>
    </p:bg>
    <p:spTree>
      <p:nvGrpSpPr>
        <p:cNvPr id="55" name="Shape 55"/>
        <p:cNvGrpSpPr/>
        <p:nvPr/>
      </p:nvGrpSpPr>
      <p:grpSpPr>
        <a:xfrm>
          <a:off x="0" y="0"/>
          <a:ext cx="0" cy="0"/>
          <a:chOff x="0" y="0"/>
          <a:chExt cx="0" cy="0"/>
        </a:xfrm>
      </p:grpSpPr>
      <p:sp>
        <p:nvSpPr>
          <p:cNvPr id="56" name="Google Shape;56;p26"/>
          <p:cNvSpPr/>
          <p:nvPr/>
        </p:nvSpPr>
        <p:spPr>
          <a:xfrm flipH="1" rot="5400000">
            <a:off x="5924520" y="1926360"/>
            <a:ext cx="5145480" cy="1291320"/>
          </a:xfrm>
          <a:prstGeom prst="rect">
            <a:avLst/>
          </a:prstGeom>
          <a:gradFill>
            <a:gsLst>
              <a:gs pos="0">
                <a:srgbClr val="FFFFFF"/>
              </a:gs>
              <a:gs pos="81000">
                <a:srgbClr val="E8F6FF"/>
              </a:gs>
              <a:gs pos="100000">
                <a:srgbClr val="D0EDFF"/>
              </a:gs>
            </a:gsLst>
            <a:lin ang="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7" name="Google Shape;57;p26"/>
          <p:cNvSpPr txBox="1"/>
          <p:nvPr>
            <p:ph type="title"/>
          </p:nvPr>
        </p:nvSpPr>
        <p:spPr>
          <a:xfrm>
            <a:off x="713160" y="634680"/>
            <a:ext cx="2848680" cy="7686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8" name="Google Shape;58;p26"/>
          <p:cNvSpPr txBox="1"/>
          <p:nvPr>
            <p:ph idx="2" type="title"/>
          </p:nvPr>
        </p:nvSpPr>
        <p:spPr>
          <a:xfrm>
            <a:off x="3733920" y="696600"/>
            <a:ext cx="4696560" cy="7686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9" name="Google Shape;59;p26"/>
          <p:cNvSpPr txBox="1"/>
          <p:nvPr>
            <p:ph idx="3" type="title"/>
          </p:nvPr>
        </p:nvSpPr>
        <p:spPr>
          <a:xfrm>
            <a:off x="713160" y="1970640"/>
            <a:ext cx="2848680" cy="76860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0" name="Google Shape;60;p26"/>
          <p:cNvSpPr txBox="1"/>
          <p:nvPr>
            <p:ph idx="1" type="body"/>
          </p:nvPr>
        </p:nvSpPr>
        <p:spPr>
          <a:xfrm>
            <a:off x="3781440" y="1752480"/>
            <a:ext cx="4171320" cy="33919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
  <p:cSld name="CUSTOM_9">
    <p:bg>
      <p:bgPr>
        <a:solidFill>
          <a:schemeClr val="lt1"/>
        </a:solidFill>
      </p:bgPr>
    </p:bg>
    <p:spTree>
      <p:nvGrpSpPr>
        <p:cNvPr id="61" name="Shape 61"/>
        <p:cNvGrpSpPr/>
        <p:nvPr/>
      </p:nvGrpSpPr>
      <p:grpSpPr>
        <a:xfrm>
          <a:off x="0" y="0"/>
          <a:ext cx="0" cy="0"/>
          <a:chOff x="0" y="0"/>
          <a:chExt cx="0" cy="0"/>
        </a:xfrm>
      </p:grpSpPr>
      <p:sp>
        <p:nvSpPr>
          <p:cNvPr id="62" name="Google Shape;62;p27"/>
          <p:cNvSpPr/>
          <p:nvPr/>
        </p:nvSpPr>
        <p:spPr>
          <a:xfrm flipH="1" rot="10800000">
            <a:off x="-360" y="3852360"/>
            <a:ext cx="9143640" cy="1291320"/>
          </a:xfrm>
          <a:prstGeom prst="rect">
            <a:avLst/>
          </a:prstGeom>
          <a:gradFill>
            <a:gsLst>
              <a:gs pos="0">
                <a:srgbClr val="FFFFFF"/>
              </a:gs>
              <a:gs pos="81000">
                <a:srgbClr val="E8F6FF"/>
              </a:gs>
              <a:gs pos="100000">
                <a:srgbClr val="D0EDFF"/>
              </a:gs>
            </a:gsLst>
            <a:lin ang="53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_1">
  <p:cSld name="CUSTOM_9_1">
    <p:bg>
      <p:bgPr>
        <a:solidFill>
          <a:schemeClr val="lt1"/>
        </a:solidFill>
      </p:bgPr>
    </p:bg>
    <p:spTree>
      <p:nvGrpSpPr>
        <p:cNvPr id="63" name="Shape 63"/>
        <p:cNvGrpSpPr/>
        <p:nvPr/>
      </p:nvGrpSpPr>
      <p:grpSpPr>
        <a:xfrm>
          <a:off x="0" y="0"/>
          <a:ext cx="0" cy="0"/>
          <a:chOff x="0" y="0"/>
          <a:chExt cx="0" cy="0"/>
        </a:xfrm>
      </p:grpSpPr>
      <p:sp>
        <p:nvSpPr>
          <p:cNvPr id="64" name="Google Shape;64;p28"/>
          <p:cNvSpPr/>
          <p:nvPr/>
        </p:nvSpPr>
        <p:spPr>
          <a:xfrm flipH="1" rot="5400000">
            <a:off x="5924520" y="1926360"/>
            <a:ext cx="5145480" cy="1291320"/>
          </a:xfrm>
          <a:prstGeom prst="rect">
            <a:avLst/>
          </a:prstGeom>
          <a:gradFill>
            <a:gsLst>
              <a:gs pos="0">
                <a:srgbClr val="FFFFFF"/>
              </a:gs>
              <a:gs pos="81000">
                <a:srgbClr val="E8F6FF"/>
              </a:gs>
              <a:gs pos="100000">
                <a:srgbClr val="D0EDFF"/>
              </a:gs>
            </a:gsLst>
            <a:lin ang="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bg>
      <p:bgPr>
        <a:solidFill>
          <a:schemeClr val="lt1"/>
        </a:solidFill>
      </p:bgPr>
    </p:bg>
    <p:spTree>
      <p:nvGrpSpPr>
        <p:cNvPr id="65" name="Shape 65"/>
        <p:cNvGrpSpPr/>
        <p:nvPr/>
      </p:nvGrpSpPr>
      <p:grpSpPr>
        <a:xfrm>
          <a:off x="0" y="0"/>
          <a:ext cx="0" cy="0"/>
          <a:chOff x="0" y="0"/>
          <a:chExt cx="0" cy="0"/>
        </a:xfrm>
      </p:grpSpPr>
      <p:sp>
        <p:nvSpPr>
          <p:cNvPr id="66" name="Google Shape;66;p29"/>
          <p:cNvSpPr txBox="1"/>
          <p:nvPr>
            <p:ph type="title"/>
          </p:nvPr>
        </p:nvSpPr>
        <p:spPr>
          <a:xfrm>
            <a:off x="720000" y="444960"/>
            <a:ext cx="770364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7" name="Google Shape;67;p29"/>
          <p:cNvSpPr txBox="1"/>
          <p:nvPr>
            <p:ph idx="1" type="body"/>
          </p:nvPr>
        </p:nvSpPr>
        <p:spPr>
          <a:xfrm>
            <a:off x="720000" y="1215720"/>
            <a:ext cx="7703640" cy="341604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8" name="Google Shape;68;p29"/>
          <p:cNvSpPr/>
          <p:nvPr/>
        </p:nvSpPr>
        <p:spPr>
          <a:xfrm flipH="1" rot="10800000">
            <a:off x="-360" y="3852360"/>
            <a:ext cx="9143640" cy="1291320"/>
          </a:xfrm>
          <a:prstGeom prst="rect">
            <a:avLst/>
          </a:prstGeom>
          <a:gradFill>
            <a:gsLst>
              <a:gs pos="0">
                <a:srgbClr val="FFFFFF"/>
              </a:gs>
              <a:gs pos="81000">
                <a:srgbClr val="E8F6FF"/>
              </a:gs>
              <a:gs pos="100000">
                <a:srgbClr val="D0EDFF"/>
              </a:gs>
            </a:gsLst>
            <a:lin ang="53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lt1"/>
        </a:solidFill>
      </p:bgPr>
    </p:bg>
    <p:spTree>
      <p:nvGrpSpPr>
        <p:cNvPr id="69" name="Shape 69"/>
        <p:cNvGrpSpPr/>
        <p:nvPr/>
      </p:nvGrpSpPr>
      <p:grpSpPr>
        <a:xfrm>
          <a:off x="0" y="0"/>
          <a:ext cx="0" cy="0"/>
          <a:chOff x="0" y="0"/>
          <a:chExt cx="0" cy="0"/>
        </a:xfrm>
      </p:grpSpPr>
      <p:sp>
        <p:nvSpPr>
          <p:cNvPr id="70" name="Google Shape;70;p30"/>
          <p:cNvSpPr/>
          <p:nvPr/>
        </p:nvSpPr>
        <p:spPr>
          <a:xfrm rot="-5400000">
            <a:off x="-1926360" y="1926360"/>
            <a:ext cx="5145480" cy="1291320"/>
          </a:xfrm>
          <a:prstGeom prst="rect">
            <a:avLst/>
          </a:prstGeom>
          <a:gradFill>
            <a:gsLst>
              <a:gs pos="0">
                <a:srgbClr val="FFFFFF"/>
              </a:gs>
              <a:gs pos="81000">
                <a:srgbClr val="E8F6FF"/>
              </a:gs>
              <a:gs pos="100000">
                <a:srgbClr val="D0EDFF"/>
              </a:gs>
            </a:gsLst>
            <a:lin ang="107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1" name="Google Shape;71;p30"/>
          <p:cNvSpPr txBox="1"/>
          <p:nvPr>
            <p:ph type="title"/>
          </p:nvPr>
        </p:nvSpPr>
        <p:spPr>
          <a:xfrm>
            <a:off x="546120" y="444960"/>
            <a:ext cx="8168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72" name="Shape 72"/>
        <p:cNvGrpSpPr/>
        <p:nvPr/>
      </p:nvGrpSpPr>
      <p:grpSpPr>
        <a:xfrm>
          <a:off x="0" y="0"/>
          <a:ext cx="0" cy="0"/>
          <a:chOff x="0" y="0"/>
          <a:chExt cx="0" cy="0"/>
        </a:xfrm>
      </p:grpSpPr>
      <p:sp>
        <p:nvSpPr>
          <p:cNvPr id="73" name="Google Shape;73;p31"/>
          <p:cNvSpPr/>
          <p:nvPr/>
        </p:nvSpPr>
        <p:spPr>
          <a:xfrm>
            <a:off x="0" y="-2520"/>
            <a:ext cx="9143640" cy="1291320"/>
          </a:xfrm>
          <a:prstGeom prst="rect">
            <a:avLst/>
          </a:prstGeom>
          <a:gradFill>
            <a:gsLst>
              <a:gs pos="0">
                <a:srgbClr val="FFFFFF"/>
              </a:gs>
              <a:gs pos="81000">
                <a:srgbClr val="E8F6FF"/>
              </a:gs>
              <a:gs pos="100000">
                <a:srgbClr val="D0EDFF"/>
              </a:gs>
            </a:gsLst>
            <a:lin ang="16200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4" name="Google Shape;74;p31"/>
          <p:cNvSpPr txBox="1"/>
          <p:nvPr>
            <p:ph type="title"/>
          </p:nvPr>
        </p:nvSpPr>
        <p:spPr>
          <a:xfrm>
            <a:off x="546120" y="437400"/>
            <a:ext cx="8168760" cy="572400"/>
          </a:xfrm>
          <a:prstGeom prst="rect">
            <a:avLst/>
          </a:prstGeom>
          <a:noFill/>
          <a:ln>
            <a:noFill/>
          </a:ln>
        </p:spPr>
        <p:txBody>
          <a:bodyPr anchorCtr="0" anchor="t"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lt1"/>
        </a:solidFill>
      </p:bgPr>
    </p:bg>
    <p:spTree>
      <p:nvGrpSpPr>
        <p:cNvPr id="75" name="Shape 75"/>
        <p:cNvGrpSpPr/>
        <p:nvPr/>
      </p:nvGrpSpPr>
      <p:grpSpPr>
        <a:xfrm>
          <a:off x="0" y="0"/>
          <a:ext cx="0" cy="0"/>
          <a:chOff x="0" y="0"/>
          <a:chExt cx="0" cy="0"/>
        </a:xfrm>
      </p:grpSpPr>
      <p:sp>
        <p:nvSpPr>
          <p:cNvPr id="76" name="Google Shape;76;p32"/>
          <p:cNvSpPr/>
          <p:nvPr/>
        </p:nvSpPr>
        <p:spPr>
          <a:xfrm rot="-5400000">
            <a:off x="-1926360" y="1926360"/>
            <a:ext cx="5145480" cy="1291320"/>
          </a:xfrm>
          <a:prstGeom prst="rect">
            <a:avLst/>
          </a:prstGeom>
          <a:gradFill>
            <a:gsLst>
              <a:gs pos="0">
                <a:srgbClr val="FFFFFF"/>
              </a:gs>
              <a:gs pos="81000">
                <a:srgbClr val="E8F6FF"/>
              </a:gs>
              <a:gs pos="100000">
                <a:srgbClr val="D0EDFF"/>
              </a:gs>
            </a:gsLst>
            <a:lin ang="107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77" name="Google Shape;77;p32"/>
          <p:cNvSpPr txBox="1"/>
          <p:nvPr>
            <p:ph type="title"/>
          </p:nvPr>
        </p:nvSpPr>
        <p:spPr>
          <a:xfrm>
            <a:off x="546120" y="2350440"/>
            <a:ext cx="2956320" cy="225324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8" name="Google Shape;78;p32"/>
          <p:cNvSpPr txBox="1"/>
          <p:nvPr>
            <p:ph idx="1" type="body"/>
          </p:nvPr>
        </p:nvSpPr>
        <p:spPr>
          <a:xfrm>
            <a:off x="3599640" y="2350440"/>
            <a:ext cx="5115240" cy="27907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lt1"/>
        </a:solidFill>
      </p:bgPr>
    </p:bg>
    <p:spTree>
      <p:nvGrpSpPr>
        <p:cNvPr id="79" name="Shape 79"/>
        <p:cNvGrpSpPr/>
        <p:nvPr/>
      </p:nvGrpSpPr>
      <p:grpSpPr>
        <a:xfrm>
          <a:off x="0" y="0"/>
          <a:ext cx="0" cy="0"/>
          <a:chOff x="0" y="0"/>
          <a:chExt cx="0" cy="0"/>
        </a:xfrm>
      </p:grpSpPr>
      <p:sp>
        <p:nvSpPr>
          <p:cNvPr id="80" name="Google Shape;80;p33"/>
          <p:cNvSpPr txBox="1"/>
          <p:nvPr>
            <p:ph type="title"/>
          </p:nvPr>
        </p:nvSpPr>
        <p:spPr>
          <a:xfrm>
            <a:off x="2318040" y="1307160"/>
            <a:ext cx="4507920" cy="2529000"/>
          </a:xfrm>
          <a:prstGeom prst="rect">
            <a:avLst/>
          </a:prstGeom>
          <a:no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1" name="Google Shape;81;p33"/>
          <p:cNvSpPr/>
          <p:nvPr/>
        </p:nvSpPr>
        <p:spPr>
          <a:xfrm rot="-5400000">
            <a:off x="-1926360" y="1926360"/>
            <a:ext cx="5145480" cy="1291320"/>
          </a:xfrm>
          <a:prstGeom prst="rect">
            <a:avLst/>
          </a:prstGeom>
          <a:gradFill>
            <a:gsLst>
              <a:gs pos="0">
                <a:srgbClr val="FFFFFF"/>
              </a:gs>
              <a:gs pos="81000">
                <a:srgbClr val="E8F6FF"/>
              </a:gs>
              <a:gs pos="100000">
                <a:srgbClr val="D0EDFF"/>
              </a:gs>
            </a:gsLst>
            <a:lin ang="107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p:cSld name="SECTION_TITLE_AND_DESCRIPTION">
    <p:bg>
      <p:bgPr>
        <a:solidFill>
          <a:schemeClr val="lt1"/>
        </a:solidFill>
      </p:bgPr>
    </p:bg>
    <p:spTree>
      <p:nvGrpSpPr>
        <p:cNvPr id="82" name="Shape 82"/>
        <p:cNvGrpSpPr/>
        <p:nvPr/>
      </p:nvGrpSpPr>
      <p:grpSpPr>
        <a:xfrm>
          <a:off x="0" y="0"/>
          <a:ext cx="0" cy="0"/>
          <a:chOff x="0" y="0"/>
          <a:chExt cx="0" cy="0"/>
        </a:xfrm>
      </p:grpSpPr>
      <p:sp>
        <p:nvSpPr>
          <p:cNvPr id="83" name="Google Shape;83;p34"/>
          <p:cNvSpPr/>
          <p:nvPr/>
        </p:nvSpPr>
        <p:spPr>
          <a:xfrm flipH="1" rot="10800000">
            <a:off x="-360" y="3852360"/>
            <a:ext cx="9143640" cy="1291320"/>
          </a:xfrm>
          <a:prstGeom prst="rect">
            <a:avLst/>
          </a:prstGeom>
          <a:gradFill>
            <a:gsLst>
              <a:gs pos="0">
                <a:srgbClr val="FFFFFF"/>
              </a:gs>
              <a:gs pos="81000">
                <a:srgbClr val="E8F6FF"/>
              </a:gs>
              <a:gs pos="100000">
                <a:srgbClr val="D0EDFF"/>
              </a:gs>
            </a:gsLst>
            <a:lin ang="53940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84" name="Google Shape;84;p34"/>
          <p:cNvSpPr txBox="1"/>
          <p:nvPr>
            <p:ph type="title"/>
          </p:nvPr>
        </p:nvSpPr>
        <p:spPr>
          <a:xfrm>
            <a:off x="2135520" y="1189080"/>
            <a:ext cx="4872600" cy="1964160"/>
          </a:xfrm>
          <a:prstGeom prst="rect">
            <a:avLst/>
          </a:prstGeom>
          <a:noFill/>
          <a:ln>
            <a:noFill/>
          </a:ln>
        </p:spPr>
        <p:txBody>
          <a:bodyPr anchorCtr="0" anchor="b"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p:cSld name="CAPTION_ONLY">
    <p:bg>
      <p:bgPr>
        <a:solidFill>
          <a:schemeClr val="lt1"/>
        </a:solidFill>
      </p:bgPr>
    </p:bg>
    <p:spTree>
      <p:nvGrpSpPr>
        <p:cNvPr id="85" name="Shape 85"/>
        <p:cNvGrpSpPr/>
        <p:nvPr/>
      </p:nvGrpSpPr>
      <p:grpSpPr>
        <a:xfrm>
          <a:off x="0" y="0"/>
          <a:ext cx="0" cy="0"/>
          <a:chOff x="0" y="0"/>
          <a:chExt cx="0" cy="0"/>
        </a:xfrm>
      </p:grpSpPr>
      <p:sp>
        <p:nvSpPr>
          <p:cNvPr id="86" name="Google Shape;86;p35"/>
          <p:cNvSpPr txBox="1"/>
          <p:nvPr>
            <p:ph idx="1" type="body"/>
          </p:nvPr>
        </p:nvSpPr>
        <p:spPr>
          <a:xfrm>
            <a:off x="0" y="0"/>
            <a:ext cx="9143640" cy="514332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stStyle>
          <a:p/>
        </p:txBody>
      </p:sp>
      <p:sp>
        <p:nvSpPr>
          <p:cNvPr id="87" name="Google Shape;87;p35"/>
          <p:cNvSpPr txBox="1"/>
          <p:nvPr>
            <p:ph type="title"/>
          </p:nvPr>
        </p:nvSpPr>
        <p:spPr>
          <a:xfrm>
            <a:off x="720000" y="4014360"/>
            <a:ext cx="7703640" cy="572400"/>
          </a:xfrm>
          <a:prstGeom prst="rect">
            <a:avLst/>
          </a:prstGeom>
          <a:solidFill>
            <a:schemeClr val="lt1"/>
          </a:solidFill>
          <a:ln>
            <a:noFill/>
          </a:ln>
        </p:spPr>
        <p:txBody>
          <a:bodyPr anchorCtr="0" anchor="ctr" bIns="91425" lIns="91425" spcFirstLastPara="1" rIns="91425" wrap="square" tIns="91425">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title"/>
          </p:nvPr>
        </p:nvSpPr>
        <p:spPr>
          <a:xfrm>
            <a:off x="381260" y="2408240"/>
            <a:ext cx="6372000" cy="1638000"/>
          </a:xfrm>
          <a:prstGeom prst="rect">
            <a:avLst/>
          </a:prstGeom>
          <a:noFill/>
          <a:ln>
            <a:noFill/>
          </a:ln>
        </p:spPr>
        <p:txBody>
          <a:bodyPr anchorCtr="0" anchor="b" bIns="91425" lIns="91425" spcFirstLastPara="1" rIns="91425" wrap="square" tIns="91425">
            <a:normAutofit/>
          </a:bodyPr>
          <a:lstStyle/>
          <a:p>
            <a:pPr indent="0" lvl="0" marL="0" rtl="0" algn="l">
              <a:lnSpc>
                <a:spcPct val="80000"/>
              </a:lnSpc>
              <a:spcBef>
                <a:spcPts val="0"/>
              </a:spcBef>
              <a:spcAft>
                <a:spcPts val="0"/>
              </a:spcAft>
              <a:buClr>
                <a:schemeClr val="dk1"/>
              </a:buClr>
              <a:buSzPts val="4500"/>
              <a:buFont typeface="Cal Sans"/>
              <a:buNone/>
            </a:pPr>
            <a:r>
              <a:rPr b="0" lang="en-US" sz="4500" u="none" strike="noStrike">
                <a:solidFill>
                  <a:schemeClr val="dk1"/>
                </a:solidFill>
                <a:latin typeface="Cal Sans"/>
                <a:ea typeface="Cal Sans"/>
                <a:cs typeface="Cal Sans"/>
                <a:sym typeface="Cal Sans"/>
              </a:rPr>
              <a:t>Resumate</a:t>
            </a:r>
            <a:endParaRPr b="0" sz="4500" u="none" strike="noStrike">
              <a:solidFill>
                <a:schemeClr val="dk1"/>
              </a:solidFill>
              <a:latin typeface="Arial"/>
              <a:ea typeface="Arial"/>
              <a:cs typeface="Arial"/>
              <a:sym typeface="Arial"/>
            </a:endParaRPr>
          </a:p>
          <a:p>
            <a:pPr indent="0" lvl="0" marL="0" rtl="0" algn="l">
              <a:lnSpc>
                <a:spcPct val="80000"/>
              </a:lnSpc>
              <a:spcBef>
                <a:spcPts val="0"/>
              </a:spcBef>
              <a:spcAft>
                <a:spcPts val="0"/>
              </a:spcAft>
              <a:buClr>
                <a:schemeClr val="dk1"/>
              </a:buClr>
              <a:buSzPts val="4500"/>
              <a:buFont typeface="Cal Sans"/>
              <a:buNone/>
            </a:pPr>
            <a:r>
              <a:rPr b="0" lang="en-US" sz="4500" u="none" strike="noStrike">
                <a:solidFill>
                  <a:schemeClr val="dk1"/>
                </a:solidFill>
                <a:latin typeface="Cal Sans"/>
                <a:ea typeface="Cal Sans"/>
                <a:cs typeface="Cal Sans"/>
                <a:sym typeface="Cal Sans"/>
              </a:rPr>
              <a:t> Update</a:t>
            </a:r>
            <a:endParaRPr b="0" sz="4500" u="none" strike="noStrike">
              <a:solidFill>
                <a:schemeClr val="dk1"/>
              </a:solidFill>
              <a:latin typeface="Arial"/>
              <a:ea typeface="Arial"/>
              <a:cs typeface="Arial"/>
              <a:sym typeface="Arial"/>
            </a:endParaRPr>
          </a:p>
        </p:txBody>
      </p:sp>
      <p:sp>
        <p:nvSpPr>
          <p:cNvPr id="93" name="Google Shape;93;p1"/>
          <p:cNvSpPr txBox="1"/>
          <p:nvPr>
            <p:ph idx="1" type="subTitle"/>
          </p:nvPr>
        </p:nvSpPr>
        <p:spPr>
          <a:xfrm>
            <a:off x="6753240" y="3105000"/>
            <a:ext cx="2047680" cy="1418760"/>
          </a:xfrm>
          <a:prstGeom prst="rect">
            <a:avLst/>
          </a:prstGeom>
          <a:noFill/>
          <a:ln>
            <a:noFill/>
          </a:ln>
        </p:spPr>
        <p:txBody>
          <a:bodyPr anchorCtr="0" anchor="b" bIns="91425" lIns="91425" spcFirstLastPara="1" rIns="91425" wrap="square" tIns="91425">
            <a:normAutofit/>
          </a:bodyPr>
          <a:lstStyle/>
          <a:p>
            <a:pPr indent="0" lvl="0" marL="0" marR="0" rtl="0" algn="r">
              <a:lnSpc>
                <a:spcPct val="100000"/>
              </a:lnSpc>
              <a:spcBef>
                <a:spcPts val="0"/>
              </a:spcBef>
              <a:spcAft>
                <a:spcPts val="0"/>
              </a:spcAft>
              <a:buClr>
                <a:schemeClr val="dk1"/>
              </a:buClr>
              <a:buSzPts val="1600"/>
              <a:buFont typeface="Teachers"/>
              <a:buNone/>
            </a:pPr>
            <a:r>
              <a:rPr b="0" i="0" lang="en-US" sz="1600" u="none" cap="none" strike="noStrike">
                <a:solidFill>
                  <a:schemeClr val="dk1"/>
                </a:solidFill>
                <a:latin typeface="Teachers"/>
                <a:ea typeface="Teachers"/>
                <a:cs typeface="Teachers"/>
                <a:sym typeface="Teachers"/>
              </a:rPr>
              <a:t>First Week Progress Report</a:t>
            </a:r>
            <a:endParaRPr b="0" i="0" sz="1600" u="none" cap="none" strike="noStrike">
              <a:solidFill>
                <a:srgbClr val="000000"/>
              </a:solidFill>
              <a:latin typeface="Noto Sans Symbols"/>
              <a:ea typeface="Noto Sans Symbols"/>
              <a:cs typeface="Noto Sans Symbols"/>
              <a:sym typeface="Noto Sans Symbols"/>
            </a:endParaRPr>
          </a:p>
        </p:txBody>
      </p:sp>
      <p:pic>
        <p:nvPicPr>
          <p:cNvPr id="94" name="Google Shape;94;p1"/>
          <p:cNvPicPr preferRelativeResize="0"/>
          <p:nvPr/>
        </p:nvPicPr>
        <p:blipFill>
          <a:blip r:embed="rId3">
            <a:alphaModFix/>
          </a:blip>
          <a:stretch>
            <a:fillRect/>
          </a:stretch>
        </p:blipFill>
        <p:spPr>
          <a:xfrm>
            <a:off x="3468825" y="273625"/>
            <a:ext cx="3322050" cy="2657640"/>
          </a:xfrm>
          <a:prstGeom prst="rect">
            <a:avLst/>
          </a:prstGeom>
          <a:noFill/>
          <a:ln>
            <a:noFill/>
          </a:ln>
        </p:spPr>
      </p:pic>
      <p:sp>
        <p:nvSpPr>
          <p:cNvPr id="95" name="Google Shape;95;p1"/>
          <p:cNvSpPr txBox="1"/>
          <p:nvPr>
            <p:ph type="title"/>
          </p:nvPr>
        </p:nvSpPr>
        <p:spPr>
          <a:xfrm>
            <a:off x="208652" y="387001"/>
            <a:ext cx="2841000" cy="1789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000"/>
              <a:buFont typeface="Cal Sans"/>
              <a:buNone/>
            </a:pPr>
            <a:r>
              <a:rPr b="0" lang="en-US" sz="3000" u="none" strike="noStrike">
                <a:solidFill>
                  <a:schemeClr val="dk1"/>
                </a:solidFill>
                <a:latin typeface="Cal Sans"/>
                <a:ea typeface="Cal Sans"/>
                <a:cs typeface="Cal Sans"/>
                <a:sym typeface="Cal Sans"/>
              </a:rPr>
              <a:t>CSE299 Project</a:t>
            </a:r>
            <a:endParaRPr b="0" sz="3000" u="none" strike="noStrike">
              <a:solidFill>
                <a:schemeClr val="dk1"/>
              </a:solidFill>
              <a:latin typeface="Cal Sans"/>
              <a:ea typeface="Cal Sans"/>
              <a:cs typeface="Cal Sans"/>
              <a:sym typeface="Cal Sans"/>
            </a:endParaRPr>
          </a:p>
          <a:p>
            <a:pPr indent="0" lvl="0" marL="0" rtl="0" algn="l">
              <a:lnSpc>
                <a:spcPct val="100000"/>
              </a:lnSpc>
              <a:spcBef>
                <a:spcPts val="0"/>
              </a:spcBef>
              <a:spcAft>
                <a:spcPts val="0"/>
              </a:spcAft>
              <a:buClr>
                <a:schemeClr val="dk1"/>
              </a:buClr>
              <a:buSzPts val="3000"/>
              <a:buFont typeface="Cal Sans"/>
              <a:buNone/>
            </a:pPr>
            <a:r>
              <a:rPr lang="en-US" sz="3000">
                <a:solidFill>
                  <a:schemeClr val="dk1"/>
                </a:solidFill>
                <a:latin typeface="Cal Sans"/>
                <a:ea typeface="Cal Sans"/>
                <a:cs typeface="Cal Sans"/>
                <a:sym typeface="Cal Sans"/>
              </a:rPr>
              <a:t>Group 7</a:t>
            </a:r>
            <a:endParaRPr sz="3000">
              <a:solidFill>
                <a:schemeClr val="dk1"/>
              </a:solidFill>
              <a:latin typeface="Cal Sans"/>
              <a:ea typeface="Cal Sans"/>
              <a:cs typeface="Cal Sans"/>
              <a:sym typeface="Ca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ph type="title"/>
          </p:nvPr>
        </p:nvSpPr>
        <p:spPr>
          <a:xfrm>
            <a:off x="4200480" y="542880"/>
            <a:ext cx="4514400" cy="219996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000"/>
              <a:buFont typeface="Cal Sans"/>
              <a:buNone/>
            </a:pPr>
            <a:r>
              <a:rPr b="0" lang="en-US" sz="3000" u="none" strike="noStrike">
                <a:solidFill>
                  <a:schemeClr val="dk1"/>
                </a:solidFill>
                <a:latin typeface="Cal Sans"/>
                <a:ea typeface="Cal Sans"/>
                <a:cs typeface="Cal Sans"/>
                <a:sym typeface="Cal Sans"/>
              </a:rPr>
              <a:t>Introduction to Resumate: AI Resume Builder with Rating System</a:t>
            </a:r>
            <a:endParaRPr b="0" sz="3000" u="none" strike="noStrike">
              <a:solidFill>
                <a:schemeClr val="dk1"/>
              </a:solidFill>
              <a:latin typeface="Arial"/>
              <a:ea typeface="Arial"/>
              <a:cs typeface="Arial"/>
              <a:sym typeface="Arial"/>
            </a:endParaRPr>
          </a:p>
        </p:txBody>
      </p:sp>
      <p:sp>
        <p:nvSpPr>
          <p:cNvPr id="101" name="Google Shape;101;p4"/>
          <p:cNvSpPr txBox="1"/>
          <p:nvPr>
            <p:ph idx="1" type="subTitle"/>
          </p:nvPr>
        </p:nvSpPr>
        <p:spPr>
          <a:xfrm>
            <a:off x="542880" y="1114560"/>
            <a:ext cx="3657240" cy="3495240"/>
          </a:xfrm>
          <a:prstGeom prst="rect">
            <a:avLst/>
          </a:prstGeom>
          <a:noFill/>
          <a:ln>
            <a:noFill/>
          </a:ln>
        </p:spPr>
        <p:txBody>
          <a:bodyPr anchorCtr="0" anchor="b" bIns="91425" lIns="91425" spcFirstLastPara="1" rIns="91425" wrap="square" tIns="91425">
            <a:normAutofit/>
          </a:bodyPr>
          <a:lstStyle/>
          <a:p>
            <a:pPr indent="0" lvl="0" marL="0" marR="0" rtl="0" algn="l">
              <a:lnSpc>
                <a:spcPct val="120000"/>
              </a:lnSpc>
              <a:spcBef>
                <a:spcPts val="0"/>
              </a:spcBef>
              <a:spcAft>
                <a:spcPts val="0"/>
              </a:spcAft>
              <a:buClr>
                <a:schemeClr val="dk1"/>
              </a:buClr>
              <a:buSzPts val="1200"/>
              <a:buFont typeface="Teachers"/>
              <a:buNone/>
            </a:pPr>
            <a:r>
              <a:rPr b="0" i="0" lang="en-US" sz="1200" u="none" cap="none" strike="noStrike">
                <a:solidFill>
                  <a:schemeClr val="dk1"/>
                </a:solidFill>
                <a:latin typeface="Teachers"/>
                <a:ea typeface="Teachers"/>
                <a:cs typeface="Teachers"/>
                <a:sym typeface="Teachers"/>
              </a:rPr>
              <a:t>Resumate is designed to help users build professional resumes enhanced by an AI rating system. This tool aims to optimize resume quality through automated feedback. Our focus this week was establishing the project scope and laying groundwork for the user interface and core functionality.</a:t>
            </a:r>
            <a:endParaRPr b="0" i="0" sz="12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ph type="title"/>
          </p:nvPr>
        </p:nvSpPr>
        <p:spPr>
          <a:xfrm>
            <a:off x="542880" y="2352600"/>
            <a:ext cx="2952360" cy="22572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3000"/>
              <a:buFont typeface="Cal Sans"/>
              <a:buNone/>
            </a:pPr>
            <a:r>
              <a:rPr b="0" lang="en-US" sz="3000" u="none" strike="noStrike">
                <a:solidFill>
                  <a:schemeClr val="dk1"/>
                </a:solidFill>
                <a:latin typeface="Cal Sans"/>
                <a:ea typeface="Cal Sans"/>
                <a:cs typeface="Cal Sans"/>
                <a:sym typeface="Cal Sans"/>
              </a:rPr>
              <a:t>Use of Figma for Designing Layouts: Home Page, Templates, Features</a:t>
            </a:r>
            <a:endParaRPr b="0" sz="3000" u="none" strike="noStrike">
              <a:solidFill>
                <a:schemeClr val="dk1"/>
              </a:solidFill>
              <a:latin typeface="Arial"/>
              <a:ea typeface="Arial"/>
              <a:cs typeface="Arial"/>
              <a:sym typeface="Arial"/>
            </a:endParaRPr>
          </a:p>
        </p:txBody>
      </p:sp>
      <p:sp>
        <p:nvSpPr>
          <p:cNvPr id="107" name="Google Shape;107;p5"/>
          <p:cNvSpPr txBox="1"/>
          <p:nvPr>
            <p:ph idx="1" type="subTitle"/>
          </p:nvPr>
        </p:nvSpPr>
        <p:spPr>
          <a:xfrm>
            <a:off x="542880" y="542880"/>
            <a:ext cx="8172000" cy="1676160"/>
          </a:xfrm>
          <a:prstGeom prst="rect">
            <a:avLst/>
          </a:prstGeom>
          <a:noFill/>
          <a:ln>
            <a:noFill/>
          </a:ln>
        </p:spPr>
        <p:txBody>
          <a:bodyPr anchorCtr="0" anchor="t" bIns="91425" lIns="91425" spcFirstLastPara="1" rIns="91425" wrap="square" tIns="91425">
            <a:normAutofit/>
          </a:bodyPr>
          <a:lstStyle/>
          <a:p>
            <a:pPr indent="0" lvl="0" marL="0" marR="0" rtl="0" algn="l">
              <a:lnSpc>
                <a:spcPct val="120000"/>
              </a:lnSpc>
              <a:spcBef>
                <a:spcPts val="0"/>
              </a:spcBef>
              <a:spcAft>
                <a:spcPts val="0"/>
              </a:spcAft>
              <a:buClr>
                <a:schemeClr val="dk1"/>
              </a:buClr>
              <a:buSzPts val="1200"/>
              <a:buFont typeface="Teachers"/>
              <a:buNone/>
            </a:pPr>
            <a:r>
              <a:rPr b="0" i="0" lang="en-US" sz="1200" u="none" cap="none" strike="noStrike">
                <a:solidFill>
                  <a:schemeClr val="dk1"/>
                </a:solidFill>
                <a:latin typeface="Teachers"/>
                <a:ea typeface="Teachers"/>
                <a:cs typeface="Teachers"/>
                <a:sym typeface="Teachers"/>
              </a:rPr>
              <a:t>We utilized </a:t>
            </a:r>
            <a:r>
              <a:rPr b="0" i="1" lang="en-US" sz="1200" u="none" cap="none" strike="noStrike">
                <a:solidFill>
                  <a:schemeClr val="dk1"/>
                </a:solidFill>
                <a:latin typeface="Teachers"/>
                <a:ea typeface="Teachers"/>
                <a:cs typeface="Teachers"/>
                <a:sym typeface="Teachers"/>
              </a:rPr>
              <a:t>Figma</a:t>
            </a:r>
            <a:r>
              <a:rPr b="0" i="0" lang="en-US" sz="1200" u="none" cap="none" strike="noStrike">
                <a:solidFill>
                  <a:schemeClr val="dk1"/>
                </a:solidFill>
                <a:latin typeface="Teachers"/>
                <a:ea typeface="Teachers"/>
                <a:cs typeface="Teachers"/>
                <a:sym typeface="Teachers"/>
              </a:rPr>
              <a:t> to design the layout for the home page, resume templates, and key features. These designs provide a structured visual guide to ensure a cohesive and user-friendly interface. This process helped us clarify design goals before coding began.</a:t>
            </a:r>
            <a:endParaRPr b="0" i="0" sz="1200" u="none" cap="none" strike="noStrike">
              <a:solidFill>
                <a:srgbClr val="000000"/>
              </a:solidFill>
              <a:latin typeface="Noto Sans Symbols"/>
              <a:ea typeface="Noto Sans Symbols"/>
              <a:cs typeface="Noto Sans Symbols"/>
              <a:sym typeface="Noto Sans Symbols"/>
            </a:endParaRPr>
          </a:p>
        </p:txBody>
      </p:sp>
      <p:pic>
        <p:nvPicPr>
          <p:cNvPr id="108" name="Google Shape;108;p5"/>
          <p:cNvPicPr preferRelativeResize="0"/>
          <p:nvPr/>
        </p:nvPicPr>
        <p:blipFill>
          <a:blip r:embed="rId3">
            <a:alphaModFix/>
          </a:blip>
          <a:stretch>
            <a:fillRect/>
          </a:stretch>
        </p:blipFill>
        <p:spPr>
          <a:xfrm>
            <a:off x="3864115" y="1756640"/>
            <a:ext cx="4296242" cy="26196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g39b2fe2a8d2_1_1" title="Screenshot from 2025-10-20 12.46.12.png"/>
          <p:cNvPicPr preferRelativeResize="0"/>
          <p:nvPr/>
        </p:nvPicPr>
        <p:blipFill>
          <a:blip r:embed="rId3">
            <a:alphaModFix/>
          </a:blip>
          <a:stretch>
            <a:fillRect/>
          </a:stretch>
        </p:blipFill>
        <p:spPr>
          <a:xfrm>
            <a:off x="152400" y="289225"/>
            <a:ext cx="8602123" cy="47018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g39b2fe2a8d2_1_7" title="Screenshot from 2025-10-20 12.46.21.png"/>
          <p:cNvPicPr preferRelativeResize="0"/>
          <p:nvPr/>
        </p:nvPicPr>
        <p:blipFill>
          <a:blip r:embed="rId3">
            <a:alphaModFix/>
          </a:blip>
          <a:stretch>
            <a:fillRect/>
          </a:stretch>
        </p:blipFill>
        <p:spPr>
          <a:xfrm>
            <a:off x="152400" y="152400"/>
            <a:ext cx="8602133"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g39b2fe2a8d2_1_14" title="Screenshot from 2025-10-20 12.46.25.png"/>
          <p:cNvPicPr preferRelativeResize="0"/>
          <p:nvPr/>
        </p:nvPicPr>
        <p:blipFill>
          <a:blip r:embed="rId3">
            <a:alphaModFix/>
          </a:blip>
          <a:stretch>
            <a:fillRect/>
          </a:stretch>
        </p:blipFill>
        <p:spPr>
          <a:xfrm>
            <a:off x="152400" y="152400"/>
            <a:ext cx="8602133"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4236030" y="1356830"/>
            <a:ext cx="4514400" cy="2199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3000"/>
              <a:buFont typeface="Cal Sans"/>
              <a:buNone/>
            </a:pPr>
            <a:r>
              <a:rPr b="0" lang="en-US" sz="3000" u="none" strike="noStrike">
                <a:solidFill>
                  <a:schemeClr val="dk1"/>
                </a:solidFill>
                <a:latin typeface="Cal Sans"/>
                <a:ea typeface="Cal Sans"/>
                <a:cs typeface="Cal Sans"/>
                <a:sym typeface="Cal Sans"/>
              </a:rPr>
              <a:t>Initial Development Stage: index.html and CSS Work</a:t>
            </a:r>
            <a:endParaRPr b="0" sz="3000" u="none" strike="noStrike">
              <a:solidFill>
                <a:schemeClr val="dk1"/>
              </a:solidFill>
              <a:latin typeface="Arial"/>
              <a:ea typeface="Arial"/>
              <a:cs typeface="Arial"/>
              <a:sym typeface="Arial"/>
            </a:endParaRPr>
          </a:p>
        </p:txBody>
      </p:sp>
      <p:sp>
        <p:nvSpPr>
          <p:cNvPr id="129" name="Google Shape;129;p6"/>
          <p:cNvSpPr txBox="1"/>
          <p:nvPr>
            <p:ph idx="1" type="subTitle"/>
          </p:nvPr>
        </p:nvSpPr>
        <p:spPr>
          <a:xfrm>
            <a:off x="599225" y="479698"/>
            <a:ext cx="3657300" cy="1749000"/>
          </a:xfrm>
          <a:prstGeom prst="rect">
            <a:avLst/>
          </a:prstGeom>
          <a:noFill/>
          <a:ln>
            <a:noFill/>
          </a:ln>
        </p:spPr>
        <p:txBody>
          <a:bodyPr anchorCtr="0" anchor="b" bIns="91425" lIns="91425" spcFirstLastPara="1" rIns="91425" wrap="square" tIns="91425">
            <a:normAutofit/>
          </a:bodyPr>
          <a:lstStyle/>
          <a:p>
            <a:pPr indent="0" lvl="0" marL="0" marR="0" rtl="0" algn="l">
              <a:lnSpc>
                <a:spcPct val="120000"/>
              </a:lnSpc>
              <a:spcBef>
                <a:spcPts val="0"/>
              </a:spcBef>
              <a:spcAft>
                <a:spcPts val="0"/>
              </a:spcAft>
              <a:buClr>
                <a:schemeClr val="dk1"/>
              </a:buClr>
              <a:buSzPts val="1200"/>
              <a:buFont typeface="Teachers"/>
              <a:buNone/>
            </a:pPr>
            <a:r>
              <a:rPr b="0" i="0" lang="en-US" sz="1200" u="none" cap="none" strike="noStrike">
                <a:solidFill>
                  <a:schemeClr val="dk1"/>
                </a:solidFill>
                <a:latin typeface="Teachers"/>
                <a:ea typeface="Teachers"/>
                <a:cs typeface="Teachers"/>
                <a:sym typeface="Teachers"/>
              </a:rPr>
              <a:t>This week, we initiated the development of the </a:t>
            </a:r>
            <a:r>
              <a:rPr b="0" i="1" lang="en-US" sz="1200" u="none" cap="none" strike="noStrike">
                <a:solidFill>
                  <a:schemeClr val="dk1"/>
                </a:solidFill>
                <a:latin typeface="Teachers"/>
                <a:ea typeface="Teachers"/>
                <a:cs typeface="Teachers"/>
                <a:sym typeface="Teachers"/>
              </a:rPr>
              <a:t>index.html</a:t>
            </a:r>
            <a:r>
              <a:rPr b="0" i="0" lang="en-US" sz="1200" u="none" cap="none" strike="noStrike">
                <a:solidFill>
                  <a:schemeClr val="dk1"/>
                </a:solidFill>
                <a:latin typeface="Teachers"/>
                <a:ea typeface="Teachers"/>
                <a:cs typeface="Teachers"/>
                <a:sym typeface="Teachers"/>
              </a:rPr>
              <a:t> file alongside foundational CSS styling. Our focus was on establishing the website’s basic structure and visual coherence. This early progress sets the stage for integrating functionality and refining the user interface in subsequent phases.</a:t>
            </a:r>
            <a:endParaRPr b="0" i="0" sz="1200" u="none" cap="none" strike="noStrike">
              <a:solidFill>
                <a:srgbClr val="000000"/>
              </a:solidFill>
              <a:latin typeface="Noto Sans Symbols"/>
              <a:ea typeface="Noto Sans Symbols"/>
              <a:cs typeface="Noto Sans Symbols"/>
              <a:sym typeface="Noto Sans Symbols"/>
            </a:endParaRPr>
          </a:p>
        </p:txBody>
      </p:sp>
      <p:pic>
        <p:nvPicPr>
          <p:cNvPr id="130" name="Google Shape;130;p6" title="Screenshot from 2025-10-20 12.49.48.png"/>
          <p:cNvPicPr preferRelativeResize="0"/>
          <p:nvPr/>
        </p:nvPicPr>
        <p:blipFill>
          <a:blip r:embed="rId3">
            <a:alphaModFix/>
          </a:blip>
          <a:stretch>
            <a:fillRect/>
          </a:stretch>
        </p:blipFill>
        <p:spPr>
          <a:xfrm>
            <a:off x="599229" y="2513950"/>
            <a:ext cx="3333749" cy="20958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txBox="1"/>
          <p:nvPr>
            <p:ph type="title"/>
          </p:nvPr>
        </p:nvSpPr>
        <p:spPr>
          <a:xfrm>
            <a:off x="542880" y="1443150"/>
            <a:ext cx="2952300" cy="22572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3000"/>
              <a:buFont typeface="Cal Sans"/>
              <a:buNone/>
            </a:pPr>
            <a:r>
              <a:rPr lang="en-US" sz="3000">
                <a:solidFill>
                  <a:schemeClr val="dk1"/>
                </a:solidFill>
                <a:latin typeface="Cal Sans"/>
                <a:ea typeface="Cal Sans"/>
                <a:cs typeface="Cal Sans"/>
                <a:sym typeface="Cal Sans"/>
              </a:rPr>
              <a:t>What is next?</a:t>
            </a:r>
            <a:endParaRPr b="0" sz="3000" u="none" strike="noStrike">
              <a:solidFill>
                <a:schemeClr val="dk1"/>
              </a:solidFill>
              <a:latin typeface="Arial"/>
              <a:ea typeface="Arial"/>
              <a:cs typeface="Arial"/>
              <a:sym typeface="Arial"/>
            </a:endParaRPr>
          </a:p>
        </p:txBody>
      </p:sp>
      <p:sp>
        <p:nvSpPr>
          <p:cNvPr id="136" name="Google Shape;136;p11"/>
          <p:cNvSpPr txBox="1"/>
          <p:nvPr>
            <p:ph idx="1" type="subTitle"/>
          </p:nvPr>
        </p:nvSpPr>
        <p:spPr>
          <a:xfrm>
            <a:off x="542880" y="542880"/>
            <a:ext cx="8172000" cy="1676100"/>
          </a:xfrm>
          <a:prstGeom prst="rect">
            <a:avLst/>
          </a:prstGeom>
          <a:noFill/>
          <a:ln>
            <a:noFill/>
          </a:ln>
        </p:spPr>
        <p:txBody>
          <a:bodyPr anchorCtr="0" anchor="t" bIns="91425" lIns="91425" spcFirstLastPara="1" rIns="91425" wrap="square" tIns="91425">
            <a:normAutofit/>
          </a:bodyPr>
          <a:lstStyle/>
          <a:p>
            <a:pPr indent="0" lvl="0" marL="0" marR="0" rtl="0" algn="l">
              <a:lnSpc>
                <a:spcPct val="120000"/>
              </a:lnSpc>
              <a:spcBef>
                <a:spcPts val="0"/>
              </a:spcBef>
              <a:spcAft>
                <a:spcPts val="0"/>
              </a:spcAft>
              <a:buClr>
                <a:schemeClr val="dk1"/>
              </a:buClr>
              <a:buSzPts val="1200"/>
              <a:buFont typeface="Teachers"/>
              <a:buNone/>
            </a:pPr>
            <a:r>
              <a:rPr b="0" i="0" lang="en-US" sz="1200" u="none" cap="none" strike="noStrike">
                <a:solidFill>
                  <a:schemeClr val="dk1"/>
                </a:solidFill>
                <a:latin typeface="Teachers"/>
                <a:ea typeface="Teachers"/>
                <a:cs typeface="Teachers"/>
                <a:sym typeface="Teachers"/>
              </a:rPr>
              <a:t>The first week of the Resumate project successfully laid a foundation through refined design and initial coding efforts. Utilizing Figma for layout planning and starting HTML/CSS development has positioned the team well for upcoming milestones. Continued collaboration and structured progress will drive the project towards its defined goals.</a:t>
            </a:r>
            <a:endParaRPr b="0" i="0" sz="1200" u="none" cap="none" strike="noStrike">
              <a:solidFill>
                <a:srgbClr val="000000"/>
              </a:solidFill>
              <a:latin typeface="Noto Sans Symbols"/>
              <a:ea typeface="Noto Sans Symbols"/>
              <a:cs typeface="Noto Sans Symbols"/>
              <a:sym typeface="Noto Sans Symbols"/>
            </a:endParaRPr>
          </a:p>
        </p:txBody>
      </p:sp>
      <p:sp>
        <p:nvSpPr>
          <p:cNvPr id="137" name="Google Shape;137;p11"/>
          <p:cNvSpPr txBox="1"/>
          <p:nvPr>
            <p:ph idx="2" type="subTitle"/>
          </p:nvPr>
        </p:nvSpPr>
        <p:spPr>
          <a:xfrm>
            <a:off x="4418677" y="2218972"/>
            <a:ext cx="4233600" cy="2555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0"/>
              </a:spcAft>
              <a:buNone/>
            </a:pPr>
            <a:r>
              <a:t/>
            </a:r>
            <a:endParaRPr sz="1200">
              <a:solidFill>
                <a:schemeClr val="dk1"/>
              </a:solidFill>
              <a:latin typeface="Teachers"/>
              <a:ea typeface="Teachers"/>
              <a:cs typeface="Teachers"/>
              <a:sym typeface="Teachers"/>
            </a:endParaRPr>
          </a:p>
          <a:p>
            <a:pPr indent="0" lvl="0" marL="381000" marR="381000" rtl="0" algn="l">
              <a:lnSpc>
                <a:spcPct val="115000"/>
              </a:lnSpc>
              <a:spcBef>
                <a:spcPts val="1200"/>
              </a:spcBef>
              <a:spcAft>
                <a:spcPts val="0"/>
              </a:spcAft>
              <a:buNone/>
            </a:pPr>
            <a:r>
              <a:rPr lang="en-US" sz="1200">
                <a:solidFill>
                  <a:schemeClr val="dk1"/>
                </a:solidFill>
                <a:latin typeface="Teachers"/>
                <a:ea typeface="Teachers"/>
                <a:cs typeface="Teachers"/>
                <a:sym typeface="Teachers"/>
              </a:rPr>
              <a:t>We plan to work on developing the backend using Laravel, create the remaining pages of the website, and enhance the project with JavaScript to make it more dynamic and responsive. Additionally, we’ll focus on fine-tuning various features to improve overall functionality and user experience.</a:t>
            </a:r>
            <a:endParaRPr sz="1200">
              <a:solidFill>
                <a:schemeClr val="dk1"/>
              </a:solidFill>
              <a:latin typeface="Teachers"/>
              <a:ea typeface="Teachers"/>
              <a:cs typeface="Teachers"/>
              <a:sym typeface="Teachers"/>
            </a:endParaRPr>
          </a:p>
          <a:p>
            <a:pPr indent="0" lvl="0" marL="0" marR="0" rtl="0" algn="l">
              <a:lnSpc>
                <a:spcPct val="120000"/>
              </a:lnSpc>
              <a:spcBef>
                <a:spcPts val="1200"/>
              </a:spcBef>
              <a:spcAft>
                <a:spcPts val="0"/>
              </a:spcAft>
              <a:buClr>
                <a:schemeClr val="dk1"/>
              </a:buClr>
              <a:buSzPts val="1200"/>
              <a:buFont typeface="Teachers"/>
              <a:buNone/>
            </a:pPr>
            <a:r>
              <a:t/>
            </a:r>
            <a:endParaRPr sz="1200">
              <a:solidFill>
                <a:schemeClr val="dk1"/>
              </a:solidFill>
              <a:latin typeface="Teachers"/>
              <a:ea typeface="Teachers"/>
              <a:cs typeface="Teachers"/>
              <a:sym typeface="Teacher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2"/>
          <p:cNvSpPr txBox="1"/>
          <p:nvPr>
            <p:ph type="title"/>
          </p:nvPr>
        </p:nvSpPr>
        <p:spPr>
          <a:xfrm>
            <a:off x="2095560" y="702000"/>
            <a:ext cx="3790440" cy="1707480"/>
          </a:xfrm>
          <a:prstGeom prst="rect">
            <a:avLst/>
          </a:prstGeom>
          <a:noFill/>
          <a:ln>
            <a:noFill/>
          </a:ln>
        </p:spPr>
        <p:txBody>
          <a:bodyPr anchorCtr="0" anchor="b" bIns="91425" lIns="91425" spcFirstLastPara="1" rIns="91425" wrap="square" tIns="91425">
            <a:spAutoFit/>
          </a:bodyPr>
          <a:lstStyle/>
          <a:p>
            <a:pPr indent="0" lvl="0" marL="0" rtl="0" algn="l">
              <a:lnSpc>
                <a:spcPct val="100000"/>
              </a:lnSpc>
              <a:spcBef>
                <a:spcPts val="0"/>
              </a:spcBef>
              <a:spcAft>
                <a:spcPts val="0"/>
              </a:spcAft>
              <a:buClr>
                <a:schemeClr val="dk1"/>
              </a:buClr>
              <a:buSzPts val="5000"/>
              <a:buFont typeface="Cal Sans"/>
              <a:buNone/>
            </a:pPr>
            <a:r>
              <a:rPr b="0" lang="en-US" sz="5000" u="none" strike="noStrike">
                <a:solidFill>
                  <a:schemeClr val="dk1"/>
                </a:solidFill>
                <a:latin typeface="Cal Sans"/>
                <a:ea typeface="Cal Sans"/>
                <a:cs typeface="Cal Sans"/>
                <a:sym typeface="Cal Sans"/>
              </a:rPr>
              <a:t>THANK YOU</a:t>
            </a:r>
            <a:endParaRPr b="0" sz="5000" u="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own Hall Pitch Deck by Slidesgo">
  <a:themeElements>
    <a:clrScheme name="Simple Light">
      <a:dk1>
        <a:srgbClr val="131212"/>
      </a:dk1>
      <a:lt1>
        <a:srgbClr val="FFFFFF"/>
      </a:lt1>
      <a:dk2>
        <a:srgbClr val="D0EDFF"/>
      </a:dk2>
      <a:lt2>
        <a:srgbClr val="A3D9FA"/>
      </a:lt2>
      <a:accent1>
        <a:srgbClr val="84C1E6"/>
      </a:accent1>
      <a:accent2>
        <a:srgbClr val="FFFFFF"/>
      </a:accent2>
      <a:accent3>
        <a:srgbClr val="FFFFFF"/>
      </a:accent3>
      <a:accent4>
        <a:srgbClr val="FFFFFF"/>
      </a:accent4>
      <a:accent5>
        <a:srgbClr val="FFFFFF"/>
      </a:accent5>
      <a:accent6>
        <a:srgbClr val="FFFFFF"/>
      </a:accent6>
      <a:hlink>
        <a:srgbClr val="13121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2025-10-20T06:39:47Z</dcterms:created>
  <dc:creator>Unknown Creator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12.0</vt:r8>
  </property>
</Properties>
</file>
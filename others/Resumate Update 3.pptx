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10287000" cx="18288000"/>
  <p:notesSz cx="6858000" cy="9144000"/>
  <p:embeddedFontLst>
    <p:embeddedFont>
      <p:font typeface="Alatsi"/>
      <p:regular r:id="rId19"/>
    </p:embeddedFont>
    <p:embeddedFont>
      <p:font typeface="Open Sans"/>
      <p:bold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Open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Alatsi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fb1fc49d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9fb1fc49d8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fb1fc49d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9fb1fc49d8_0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fb1fc49d8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9fb1fc49d8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fb1fc49d8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9fb1fc49d8_0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9fb1fc49d8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9fb1fc49d8_0_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9fb1fc49d8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9fb1fc49d8_0_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9fb1fc49d8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9fb1fc49d8_0_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9fb1fc49d8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9fb1fc49d8_0_1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9fb1fc49d8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9fb1fc49d8_0_1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9fb1fc49d8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9fb1fc49d8_0_1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3"/>
          <p:cNvGrpSpPr/>
          <p:nvPr/>
        </p:nvGrpSpPr>
        <p:grpSpPr>
          <a:xfrm>
            <a:off x="-31071" y="-180826"/>
            <a:ext cx="4239084" cy="10467826"/>
            <a:chOff x="0" y="-241102"/>
            <a:chExt cx="5652112" cy="13957102"/>
          </a:xfrm>
        </p:grpSpPr>
        <p:grpSp>
          <p:nvGrpSpPr>
            <p:cNvPr id="85" name="Google Shape;85;p13"/>
            <p:cNvGrpSpPr/>
            <p:nvPr/>
          </p:nvGrpSpPr>
          <p:grpSpPr>
            <a:xfrm>
              <a:off x="2826056" y="-241102"/>
              <a:ext cx="2826056" cy="13957102"/>
              <a:chOff x="0" y="-47625"/>
              <a:chExt cx="558233" cy="2756958"/>
            </a:xfrm>
          </p:grpSpPr>
          <p:sp>
            <p:nvSpPr>
              <p:cNvPr id="86" name="Google Shape;86;p13"/>
              <p:cNvSpPr/>
              <p:nvPr/>
            </p:nvSpPr>
            <p:spPr>
              <a:xfrm>
                <a:off x="0" y="0"/>
                <a:ext cx="558233" cy="2709333"/>
              </a:xfrm>
              <a:custGeom>
                <a:rect b="b" l="l" r="r" t="t"/>
                <a:pathLst>
                  <a:path extrusionOk="0" h="2709333" w="5582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  <a:ln>
                <a:noFill/>
              </a:ln>
            </p:spPr>
          </p:sp>
          <p:sp>
            <p:nvSpPr>
              <p:cNvPr id="87" name="Google Shape;87;p13"/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8" name="Google Shape;88;p13"/>
            <p:cNvGrpSpPr/>
            <p:nvPr/>
          </p:nvGrpSpPr>
          <p:grpSpPr>
            <a:xfrm>
              <a:off x="1413028" y="-241102"/>
              <a:ext cx="2826056" cy="13957102"/>
              <a:chOff x="0" y="-47625"/>
              <a:chExt cx="558233" cy="2756958"/>
            </a:xfrm>
          </p:grpSpPr>
          <p:sp>
            <p:nvSpPr>
              <p:cNvPr id="89" name="Google Shape;89;p13"/>
              <p:cNvSpPr/>
              <p:nvPr/>
            </p:nvSpPr>
            <p:spPr>
              <a:xfrm>
                <a:off x="0" y="0"/>
                <a:ext cx="558233" cy="2709333"/>
              </a:xfrm>
              <a:custGeom>
                <a:rect b="b" l="l" r="r" t="t"/>
                <a:pathLst>
                  <a:path extrusionOk="0" h="2709333" w="5582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  <a:ln>
                <a:noFill/>
              </a:ln>
            </p:spPr>
          </p:sp>
          <p:sp>
            <p:nvSpPr>
              <p:cNvPr id="90" name="Google Shape;90;p13"/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1" name="Google Shape;91;p13"/>
            <p:cNvGrpSpPr/>
            <p:nvPr/>
          </p:nvGrpSpPr>
          <p:grpSpPr>
            <a:xfrm>
              <a:off x="0" y="-241102"/>
              <a:ext cx="2826056" cy="13957102"/>
              <a:chOff x="0" y="-47625"/>
              <a:chExt cx="558233" cy="2756958"/>
            </a:xfrm>
          </p:grpSpPr>
          <p:sp>
            <p:nvSpPr>
              <p:cNvPr id="92" name="Google Shape;92;p13"/>
              <p:cNvSpPr/>
              <p:nvPr/>
            </p:nvSpPr>
            <p:spPr>
              <a:xfrm>
                <a:off x="0" y="0"/>
                <a:ext cx="558233" cy="2709333"/>
              </a:xfrm>
              <a:custGeom>
                <a:rect b="b" l="l" r="r" t="t"/>
                <a:pathLst>
                  <a:path extrusionOk="0" h="2709333" w="5582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  <a:ln>
                <a:noFill/>
              </a:ln>
            </p:spPr>
          </p:sp>
          <p:sp>
            <p:nvSpPr>
              <p:cNvPr id="93" name="Google Shape;93;p13"/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4" name="Google Shape;94;p13"/>
          <p:cNvSpPr txBox="1"/>
          <p:nvPr/>
        </p:nvSpPr>
        <p:spPr>
          <a:xfrm>
            <a:off x="5889300" y="69600"/>
            <a:ext cx="9056100" cy="6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0">
                <a:latin typeface="Alatsi"/>
                <a:ea typeface="Alatsi"/>
                <a:cs typeface="Alatsi"/>
                <a:sym typeface="Alatsi"/>
              </a:rPr>
              <a:t>Resumate</a:t>
            </a:r>
            <a:endParaRPr sz="15000">
              <a:latin typeface="Alatsi"/>
              <a:ea typeface="Alatsi"/>
              <a:cs typeface="Alatsi"/>
              <a:sym typeface="Alatsi"/>
            </a:endParaRPr>
          </a:p>
          <a:p>
            <a:pPr indent="0" lvl="0" marL="0" marR="0" rt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0">
                <a:latin typeface="Alatsi"/>
                <a:ea typeface="Alatsi"/>
                <a:cs typeface="Alatsi"/>
                <a:sym typeface="Alatsi"/>
              </a:rPr>
              <a:t>Week-3 Group-7</a:t>
            </a:r>
            <a:endParaRPr sz="15000">
              <a:latin typeface="Alatsi"/>
              <a:ea typeface="Alatsi"/>
              <a:cs typeface="Alatsi"/>
              <a:sym typeface="Alatsi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12646898" y="-210192"/>
            <a:ext cx="7315200" cy="2477783"/>
          </a:xfrm>
          <a:custGeom>
            <a:rect b="b" l="l" r="r" t="t"/>
            <a:pathLst>
              <a:path extrusionOk="0"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6" name="Google Shape;96;p13"/>
          <p:cNvSpPr txBox="1"/>
          <p:nvPr/>
        </p:nvSpPr>
        <p:spPr>
          <a:xfrm>
            <a:off x="4618712" y="6865189"/>
            <a:ext cx="12625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latin typeface="Alatsi"/>
                <a:ea typeface="Alatsi"/>
                <a:cs typeface="Alatsi"/>
                <a:sym typeface="Alatsi"/>
              </a:rPr>
              <a:t>Saud| Anika| </a:t>
            </a:r>
            <a:r>
              <a:rPr b="1" lang="en-US" sz="4800">
                <a:latin typeface="Alatsi"/>
                <a:ea typeface="Alatsi"/>
                <a:cs typeface="Alatsi"/>
                <a:sym typeface="Alatsi"/>
              </a:rPr>
              <a:t>sakai | Rima</a:t>
            </a:r>
            <a:endParaRPr sz="4800"/>
          </a:p>
        </p:txBody>
      </p:sp>
      <p:sp>
        <p:nvSpPr>
          <p:cNvPr id="97" name="Google Shape;97;p13"/>
          <p:cNvSpPr txBox="1"/>
          <p:nvPr/>
        </p:nvSpPr>
        <p:spPr>
          <a:xfrm>
            <a:off x="6477000" y="9313070"/>
            <a:ext cx="68820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26" u="none" cap="none" strike="noStrike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North South University | 202</a:t>
            </a:r>
            <a:r>
              <a:rPr b="1" lang="en-US" sz="3126">
                <a:latin typeface="Alatsi"/>
                <a:ea typeface="Alatsi"/>
                <a:cs typeface="Alatsi"/>
                <a:sym typeface="Alatsi"/>
              </a:rPr>
              <a:t>5</a:t>
            </a:r>
            <a:endParaRPr/>
          </a:p>
        </p:txBody>
      </p:sp>
      <p:sp>
        <p:nvSpPr>
          <p:cNvPr id="98" name="Google Shape;98;p13"/>
          <p:cNvSpPr/>
          <p:nvPr/>
        </p:nvSpPr>
        <p:spPr>
          <a:xfrm>
            <a:off x="11118095" y="9258300"/>
            <a:ext cx="7315200" cy="2477783"/>
          </a:xfrm>
          <a:custGeom>
            <a:rect b="b" l="l" r="r" t="t"/>
            <a:pathLst>
              <a:path extrusionOk="0"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B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/>
          <p:nvPr/>
        </p:nvSpPr>
        <p:spPr>
          <a:xfrm>
            <a:off x="13764167" y="6208199"/>
            <a:ext cx="7315200" cy="2477783"/>
          </a:xfrm>
          <a:custGeom>
            <a:rect b="b" l="l" r="r" t="t"/>
            <a:pathLst>
              <a:path extrusionOk="0"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4" name="Google Shape;104;p14"/>
          <p:cNvSpPr txBox="1"/>
          <p:nvPr/>
        </p:nvSpPr>
        <p:spPr>
          <a:xfrm>
            <a:off x="2553980" y="736300"/>
            <a:ext cx="131799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499">
                <a:latin typeface="Alatsi"/>
                <a:ea typeface="Alatsi"/>
                <a:cs typeface="Alatsi"/>
                <a:sym typeface="Alatsi"/>
              </a:rPr>
              <a:t>Fixed Hero image</a:t>
            </a:r>
            <a:endParaRPr/>
          </a:p>
        </p:txBody>
      </p:sp>
      <p:grpSp>
        <p:nvGrpSpPr>
          <p:cNvPr id="105" name="Google Shape;105;p14"/>
          <p:cNvGrpSpPr/>
          <p:nvPr/>
        </p:nvGrpSpPr>
        <p:grpSpPr>
          <a:xfrm>
            <a:off x="15859155" y="-98041"/>
            <a:ext cx="1562612" cy="1771266"/>
            <a:chOff x="0" y="-130721"/>
            <a:chExt cx="2083482" cy="2361688"/>
          </a:xfrm>
        </p:grpSpPr>
        <p:grpSp>
          <p:nvGrpSpPr>
            <p:cNvPr id="106" name="Google Shape;106;p14"/>
            <p:cNvGrpSpPr/>
            <p:nvPr/>
          </p:nvGrpSpPr>
          <p:grpSpPr>
            <a:xfrm>
              <a:off x="75599" y="-130721"/>
              <a:ext cx="1932284" cy="2361688"/>
              <a:chOff x="0" y="-47625"/>
              <a:chExt cx="703982" cy="860425"/>
            </a:xfrm>
          </p:grpSpPr>
          <p:sp>
            <p:nvSpPr>
              <p:cNvPr id="107" name="Google Shape;107;p14"/>
              <p:cNvSpPr/>
              <p:nvPr/>
            </p:nvSpPr>
            <p:spPr>
              <a:xfrm>
                <a:off x="0" y="0"/>
                <a:ext cx="703982" cy="812800"/>
              </a:xfrm>
              <a:custGeom>
                <a:rect b="b" l="l" r="r" t="t"/>
                <a:pathLst>
                  <a:path extrusionOk="0"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14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9" name="Google Shape;109;p14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575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1</a:t>
              </a:r>
              <a:endParaRPr/>
            </a:p>
          </p:txBody>
        </p:sp>
      </p:grpSp>
      <p:sp>
        <p:nvSpPr>
          <p:cNvPr id="110" name="Google Shape;110;p14"/>
          <p:cNvSpPr/>
          <p:nvPr/>
        </p:nvSpPr>
        <p:spPr>
          <a:xfrm>
            <a:off x="-2627572" y="-733336"/>
            <a:ext cx="7315200" cy="2477783"/>
          </a:xfrm>
          <a:custGeom>
            <a:rect b="b" l="l" r="r" t="t"/>
            <a:pathLst>
              <a:path extrusionOk="0"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11" name="Google Shape;111;p14" title="Screenshot from 2025-11-03 11.53.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66900" y="2299500"/>
            <a:ext cx="13775923" cy="7748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B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6" name="Google Shape;116;p15"/>
          <p:cNvCxnSpPr/>
          <p:nvPr/>
        </p:nvCxnSpPr>
        <p:spPr>
          <a:xfrm>
            <a:off x="-260599" y="9061267"/>
            <a:ext cx="7105200" cy="19200"/>
          </a:xfrm>
          <a:prstGeom prst="straightConnector1">
            <a:avLst/>
          </a:prstGeom>
          <a:noFill/>
          <a:ln cap="flat" cmpd="sng" w="114300">
            <a:solidFill>
              <a:srgbClr val="9FC3D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15"/>
          <p:cNvSpPr/>
          <p:nvPr/>
        </p:nvSpPr>
        <p:spPr>
          <a:xfrm>
            <a:off x="13764167" y="6208199"/>
            <a:ext cx="7315200" cy="2477783"/>
          </a:xfrm>
          <a:custGeom>
            <a:rect b="b" l="l" r="r" t="t"/>
            <a:pathLst>
              <a:path extrusionOk="0"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18" name="Google Shape;118;p15"/>
          <p:cNvCxnSpPr/>
          <p:nvPr/>
        </p:nvCxnSpPr>
        <p:spPr>
          <a:xfrm>
            <a:off x="11430169" y="9061267"/>
            <a:ext cx="7105200" cy="19200"/>
          </a:xfrm>
          <a:prstGeom prst="straightConnector1">
            <a:avLst/>
          </a:prstGeom>
          <a:noFill/>
          <a:ln cap="flat" cmpd="sng" w="114300">
            <a:solidFill>
              <a:srgbClr val="9FC3D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" name="Google Shape;119;p15"/>
          <p:cNvSpPr txBox="1"/>
          <p:nvPr/>
        </p:nvSpPr>
        <p:spPr>
          <a:xfrm>
            <a:off x="2553980" y="736300"/>
            <a:ext cx="131799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499">
                <a:latin typeface="Alatsi"/>
                <a:ea typeface="Alatsi"/>
                <a:cs typeface="Alatsi"/>
                <a:sym typeface="Alatsi"/>
              </a:rPr>
              <a:t>Resumebuilder</a:t>
            </a:r>
            <a:endParaRPr/>
          </a:p>
        </p:txBody>
      </p:sp>
      <p:grpSp>
        <p:nvGrpSpPr>
          <p:cNvPr id="120" name="Google Shape;120;p15"/>
          <p:cNvGrpSpPr/>
          <p:nvPr/>
        </p:nvGrpSpPr>
        <p:grpSpPr>
          <a:xfrm>
            <a:off x="15859155" y="-98041"/>
            <a:ext cx="1562625" cy="1771271"/>
            <a:chOff x="0" y="-130721"/>
            <a:chExt cx="2083500" cy="2361695"/>
          </a:xfrm>
        </p:grpSpPr>
        <p:grpSp>
          <p:nvGrpSpPr>
            <p:cNvPr id="121" name="Google Shape;121;p15"/>
            <p:cNvGrpSpPr/>
            <p:nvPr/>
          </p:nvGrpSpPr>
          <p:grpSpPr>
            <a:xfrm>
              <a:off x="75599" y="-130721"/>
              <a:ext cx="1932614" cy="2361695"/>
              <a:chOff x="0" y="-47625"/>
              <a:chExt cx="704100" cy="860425"/>
            </a:xfrm>
          </p:grpSpPr>
          <p:sp>
            <p:nvSpPr>
              <p:cNvPr id="122" name="Google Shape;122;p15"/>
              <p:cNvSpPr/>
              <p:nvPr/>
            </p:nvSpPr>
            <p:spPr>
              <a:xfrm>
                <a:off x="0" y="0"/>
                <a:ext cx="703982" cy="812800"/>
              </a:xfrm>
              <a:custGeom>
                <a:rect b="b" l="l" r="r" t="t"/>
                <a:pathLst>
                  <a:path extrusionOk="0"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" name="Google Shape;123;p15"/>
              <p:cNvSpPr txBox="1"/>
              <p:nvPr/>
            </p:nvSpPr>
            <p:spPr>
              <a:xfrm>
                <a:off x="0" y="-47625"/>
                <a:ext cx="704100" cy="7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4" name="Google Shape;124;p15"/>
            <p:cNvSpPr txBox="1"/>
            <p:nvPr/>
          </p:nvSpPr>
          <p:spPr>
            <a:xfrm>
              <a:off x="0" y="437582"/>
              <a:ext cx="2083500" cy="114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575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1</a:t>
              </a:r>
              <a:endParaRPr/>
            </a:p>
          </p:txBody>
        </p:sp>
      </p:grpSp>
      <p:sp>
        <p:nvSpPr>
          <p:cNvPr id="125" name="Google Shape;125;p15"/>
          <p:cNvSpPr/>
          <p:nvPr/>
        </p:nvSpPr>
        <p:spPr>
          <a:xfrm>
            <a:off x="-2627572" y="-733336"/>
            <a:ext cx="7315200" cy="2477783"/>
          </a:xfrm>
          <a:custGeom>
            <a:rect b="b" l="l" r="r" t="t"/>
            <a:pathLst>
              <a:path extrusionOk="0"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26" name="Google Shape;126;p15" title="Screenshot from 2025-11-03 11.53.5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62239" y="2207602"/>
            <a:ext cx="14363362" cy="8079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B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"/>
          <p:cNvSpPr/>
          <p:nvPr/>
        </p:nvSpPr>
        <p:spPr>
          <a:xfrm>
            <a:off x="13764167" y="6208199"/>
            <a:ext cx="7315200" cy="2477783"/>
          </a:xfrm>
          <a:custGeom>
            <a:rect b="b" l="l" r="r" t="t"/>
            <a:pathLst>
              <a:path extrusionOk="0"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2" name="Google Shape;132;p16"/>
          <p:cNvSpPr txBox="1"/>
          <p:nvPr/>
        </p:nvSpPr>
        <p:spPr>
          <a:xfrm>
            <a:off x="2553980" y="736300"/>
            <a:ext cx="131799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499">
                <a:latin typeface="Alatsi"/>
                <a:ea typeface="Alatsi"/>
                <a:cs typeface="Alatsi"/>
                <a:sym typeface="Alatsi"/>
              </a:rPr>
              <a:t>Questions with progress</a:t>
            </a:r>
            <a:endParaRPr/>
          </a:p>
        </p:txBody>
      </p:sp>
      <p:grpSp>
        <p:nvGrpSpPr>
          <p:cNvPr id="133" name="Google Shape;133;p16"/>
          <p:cNvGrpSpPr/>
          <p:nvPr/>
        </p:nvGrpSpPr>
        <p:grpSpPr>
          <a:xfrm>
            <a:off x="15859155" y="-98041"/>
            <a:ext cx="1562625" cy="1771271"/>
            <a:chOff x="0" y="-130721"/>
            <a:chExt cx="2083500" cy="2361695"/>
          </a:xfrm>
        </p:grpSpPr>
        <p:grpSp>
          <p:nvGrpSpPr>
            <p:cNvPr id="134" name="Google Shape;134;p16"/>
            <p:cNvGrpSpPr/>
            <p:nvPr/>
          </p:nvGrpSpPr>
          <p:grpSpPr>
            <a:xfrm>
              <a:off x="75599" y="-130721"/>
              <a:ext cx="1932614" cy="2361695"/>
              <a:chOff x="0" y="-47625"/>
              <a:chExt cx="704100" cy="860425"/>
            </a:xfrm>
          </p:grpSpPr>
          <p:sp>
            <p:nvSpPr>
              <p:cNvPr id="135" name="Google Shape;135;p16"/>
              <p:cNvSpPr/>
              <p:nvPr/>
            </p:nvSpPr>
            <p:spPr>
              <a:xfrm>
                <a:off x="0" y="0"/>
                <a:ext cx="703982" cy="812800"/>
              </a:xfrm>
              <a:custGeom>
                <a:rect b="b" l="l" r="r" t="t"/>
                <a:pathLst>
                  <a:path extrusionOk="0"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" name="Google Shape;136;p16"/>
              <p:cNvSpPr txBox="1"/>
              <p:nvPr/>
            </p:nvSpPr>
            <p:spPr>
              <a:xfrm>
                <a:off x="0" y="-47625"/>
                <a:ext cx="704100" cy="7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7" name="Google Shape;137;p16"/>
            <p:cNvSpPr txBox="1"/>
            <p:nvPr/>
          </p:nvSpPr>
          <p:spPr>
            <a:xfrm>
              <a:off x="0" y="437582"/>
              <a:ext cx="2083500" cy="114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575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1</a:t>
              </a:r>
              <a:endParaRPr/>
            </a:p>
          </p:txBody>
        </p:sp>
      </p:grpSp>
      <p:sp>
        <p:nvSpPr>
          <p:cNvPr id="138" name="Google Shape;138;p16"/>
          <p:cNvSpPr/>
          <p:nvPr/>
        </p:nvSpPr>
        <p:spPr>
          <a:xfrm>
            <a:off x="-2627572" y="-733336"/>
            <a:ext cx="7315200" cy="2477783"/>
          </a:xfrm>
          <a:custGeom>
            <a:rect b="b" l="l" r="r" t="t"/>
            <a:pathLst>
              <a:path extrusionOk="0"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39" name="Google Shape;139;p16" title="Screenshot from 2025-11-03 11.54.0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20800" y="2537252"/>
            <a:ext cx="13777325" cy="7749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B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7"/>
          <p:cNvSpPr/>
          <p:nvPr/>
        </p:nvSpPr>
        <p:spPr>
          <a:xfrm>
            <a:off x="13764167" y="6208199"/>
            <a:ext cx="7315200" cy="2477783"/>
          </a:xfrm>
          <a:custGeom>
            <a:rect b="b" l="l" r="r" t="t"/>
            <a:pathLst>
              <a:path extrusionOk="0"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5" name="Google Shape;145;p17"/>
          <p:cNvSpPr txBox="1"/>
          <p:nvPr/>
        </p:nvSpPr>
        <p:spPr>
          <a:xfrm>
            <a:off x="2553980" y="736300"/>
            <a:ext cx="131799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499">
                <a:latin typeface="Alatsi"/>
                <a:ea typeface="Alatsi"/>
                <a:cs typeface="Alatsi"/>
                <a:sym typeface="Alatsi"/>
              </a:rPr>
              <a:t>JSON output</a:t>
            </a:r>
            <a:endParaRPr/>
          </a:p>
        </p:txBody>
      </p:sp>
      <p:grpSp>
        <p:nvGrpSpPr>
          <p:cNvPr id="146" name="Google Shape;146;p17"/>
          <p:cNvGrpSpPr/>
          <p:nvPr/>
        </p:nvGrpSpPr>
        <p:grpSpPr>
          <a:xfrm>
            <a:off x="15859155" y="-98041"/>
            <a:ext cx="1562625" cy="1771271"/>
            <a:chOff x="0" y="-130721"/>
            <a:chExt cx="2083500" cy="2361695"/>
          </a:xfrm>
        </p:grpSpPr>
        <p:grpSp>
          <p:nvGrpSpPr>
            <p:cNvPr id="147" name="Google Shape;147;p17"/>
            <p:cNvGrpSpPr/>
            <p:nvPr/>
          </p:nvGrpSpPr>
          <p:grpSpPr>
            <a:xfrm>
              <a:off x="75599" y="-130721"/>
              <a:ext cx="1932614" cy="2361695"/>
              <a:chOff x="0" y="-47625"/>
              <a:chExt cx="704100" cy="860425"/>
            </a:xfrm>
          </p:grpSpPr>
          <p:sp>
            <p:nvSpPr>
              <p:cNvPr id="148" name="Google Shape;148;p17"/>
              <p:cNvSpPr/>
              <p:nvPr/>
            </p:nvSpPr>
            <p:spPr>
              <a:xfrm>
                <a:off x="0" y="0"/>
                <a:ext cx="703982" cy="812800"/>
              </a:xfrm>
              <a:custGeom>
                <a:rect b="b" l="l" r="r" t="t"/>
                <a:pathLst>
                  <a:path extrusionOk="0"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p17"/>
              <p:cNvSpPr txBox="1"/>
              <p:nvPr/>
            </p:nvSpPr>
            <p:spPr>
              <a:xfrm>
                <a:off x="0" y="-47625"/>
                <a:ext cx="704100" cy="7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0" name="Google Shape;150;p17"/>
            <p:cNvSpPr txBox="1"/>
            <p:nvPr/>
          </p:nvSpPr>
          <p:spPr>
            <a:xfrm>
              <a:off x="0" y="437582"/>
              <a:ext cx="2083500" cy="114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575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1</a:t>
              </a:r>
              <a:endParaRPr/>
            </a:p>
          </p:txBody>
        </p:sp>
      </p:grpSp>
      <p:sp>
        <p:nvSpPr>
          <p:cNvPr id="151" name="Google Shape;151;p17"/>
          <p:cNvSpPr/>
          <p:nvPr/>
        </p:nvSpPr>
        <p:spPr>
          <a:xfrm>
            <a:off x="-2627572" y="-733336"/>
            <a:ext cx="7315200" cy="2477783"/>
          </a:xfrm>
          <a:custGeom>
            <a:rect b="b" l="l" r="r" t="t"/>
            <a:pathLst>
              <a:path extrusionOk="0"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52" name="Google Shape;152;p17" title="Screenshot from 2025-11-03 11.54.2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70425" y="2222777"/>
            <a:ext cx="13663450" cy="7685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B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8"/>
          <p:cNvSpPr/>
          <p:nvPr/>
        </p:nvSpPr>
        <p:spPr>
          <a:xfrm>
            <a:off x="13764167" y="6208199"/>
            <a:ext cx="7315200" cy="2477783"/>
          </a:xfrm>
          <a:custGeom>
            <a:rect b="b" l="l" r="r" t="t"/>
            <a:pathLst>
              <a:path extrusionOk="0"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8" name="Google Shape;158;p18"/>
          <p:cNvSpPr txBox="1"/>
          <p:nvPr/>
        </p:nvSpPr>
        <p:spPr>
          <a:xfrm>
            <a:off x="2553980" y="736300"/>
            <a:ext cx="131799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499">
                <a:latin typeface="Alatsi"/>
                <a:ea typeface="Alatsi"/>
                <a:cs typeface="Alatsi"/>
                <a:sym typeface="Alatsi"/>
              </a:rPr>
              <a:t>Code</a:t>
            </a:r>
            <a:endParaRPr/>
          </a:p>
        </p:txBody>
      </p:sp>
      <p:grpSp>
        <p:nvGrpSpPr>
          <p:cNvPr id="159" name="Google Shape;159;p18"/>
          <p:cNvGrpSpPr/>
          <p:nvPr/>
        </p:nvGrpSpPr>
        <p:grpSpPr>
          <a:xfrm>
            <a:off x="15859155" y="-98041"/>
            <a:ext cx="1562625" cy="1771271"/>
            <a:chOff x="0" y="-130721"/>
            <a:chExt cx="2083500" cy="2361695"/>
          </a:xfrm>
        </p:grpSpPr>
        <p:grpSp>
          <p:nvGrpSpPr>
            <p:cNvPr id="160" name="Google Shape;160;p18"/>
            <p:cNvGrpSpPr/>
            <p:nvPr/>
          </p:nvGrpSpPr>
          <p:grpSpPr>
            <a:xfrm>
              <a:off x="75599" y="-130721"/>
              <a:ext cx="1932614" cy="2361695"/>
              <a:chOff x="0" y="-47625"/>
              <a:chExt cx="704100" cy="860425"/>
            </a:xfrm>
          </p:grpSpPr>
          <p:sp>
            <p:nvSpPr>
              <p:cNvPr id="161" name="Google Shape;161;p18"/>
              <p:cNvSpPr/>
              <p:nvPr/>
            </p:nvSpPr>
            <p:spPr>
              <a:xfrm>
                <a:off x="0" y="0"/>
                <a:ext cx="703982" cy="812800"/>
              </a:xfrm>
              <a:custGeom>
                <a:rect b="b" l="l" r="r" t="t"/>
                <a:pathLst>
                  <a:path extrusionOk="0"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8"/>
              <p:cNvSpPr txBox="1"/>
              <p:nvPr/>
            </p:nvSpPr>
            <p:spPr>
              <a:xfrm>
                <a:off x="0" y="-47625"/>
                <a:ext cx="704100" cy="7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3" name="Google Shape;163;p18"/>
            <p:cNvSpPr txBox="1"/>
            <p:nvPr/>
          </p:nvSpPr>
          <p:spPr>
            <a:xfrm>
              <a:off x="0" y="437582"/>
              <a:ext cx="2083500" cy="114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575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1</a:t>
              </a:r>
              <a:endParaRPr/>
            </a:p>
          </p:txBody>
        </p:sp>
      </p:grpSp>
      <p:sp>
        <p:nvSpPr>
          <p:cNvPr id="164" name="Google Shape;164;p18"/>
          <p:cNvSpPr/>
          <p:nvPr/>
        </p:nvSpPr>
        <p:spPr>
          <a:xfrm>
            <a:off x="-2627572" y="-733336"/>
            <a:ext cx="7315200" cy="2477783"/>
          </a:xfrm>
          <a:custGeom>
            <a:rect b="b" l="l" r="r" t="t"/>
            <a:pathLst>
              <a:path extrusionOk="0"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65" name="Google Shape;165;p18" title="Screenshot from 2025-11-03 11.55.5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94562" y="2551424"/>
            <a:ext cx="13898875" cy="781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B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/>
          <p:nvPr/>
        </p:nvSpPr>
        <p:spPr>
          <a:xfrm>
            <a:off x="13764167" y="6208199"/>
            <a:ext cx="7315200" cy="2477783"/>
          </a:xfrm>
          <a:custGeom>
            <a:rect b="b" l="l" r="r" t="t"/>
            <a:pathLst>
              <a:path extrusionOk="0"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1" name="Google Shape;171;p19"/>
          <p:cNvSpPr txBox="1"/>
          <p:nvPr/>
        </p:nvSpPr>
        <p:spPr>
          <a:xfrm>
            <a:off x="2553980" y="736300"/>
            <a:ext cx="131799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499">
                <a:latin typeface="Alatsi"/>
                <a:ea typeface="Alatsi"/>
                <a:cs typeface="Alatsi"/>
                <a:sym typeface="Alatsi"/>
              </a:rPr>
              <a:t>Figma</a:t>
            </a:r>
            <a:endParaRPr/>
          </a:p>
        </p:txBody>
      </p:sp>
      <p:grpSp>
        <p:nvGrpSpPr>
          <p:cNvPr id="172" name="Google Shape;172;p19"/>
          <p:cNvGrpSpPr/>
          <p:nvPr/>
        </p:nvGrpSpPr>
        <p:grpSpPr>
          <a:xfrm>
            <a:off x="15859155" y="-98041"/>
            <a:ext cx="1562625" cy="1771271"/>
            <a:chOff x="0" y="-130721"/>
            <a:chExt cx="2083500" cy="2361695"/>
          </a:xfrm>
        </p:grpSpPr>
        <p:grpSp>
          <p:nvGrpSpPr>
            <p:cNvPr id="173" name="Google Shape;173;p19"/>
            <p:cNvGrpSpPr/>
            <p:nvPr/>
          </p:nvGrpSpPr>
          <p:grpSpPr>
            <a:xfrm>
              <a:off x="75599" y="-130721"/>
              <a:ext cx="1932614" cy="2361695"/>
              <a:chOff x="0" y="-47625"/>
              <a:chExt cx="704100" cy="860425"/>
            </a:xfrm>
          </p:grpSpPr>
          <p:sp>
            <p:nvSpPr>
              <p:cNvPr id="174" name="Google Shape;174;p19"/>
              <p:cNvSpPr/>
              <p:nvPr/>
            </p:nvSpPr>
            <p:spPr>
              <a:xfrm>
                <a:off x="0" y="0"/>
                <a:ext cx="703982" cy="812800"/>
              </a:xfrm>
              <a:custGeom>
                <a:rect b="b" l="l" r="r" t="t"/>
                <a:pathLst>
                  <a:path extrusionOk="0"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p19"/>
              <p:cNvSpPr txBox="1"/>
              <p:nvPr/>
            </p:nvSpPr>
            <p:spPr>
              <a:xfrm>
                <a:off x="0" y="-47625"/>
                <a:ext cx="704100" cy="7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6" name="Google Shape;176;p19"/>
            <p:cNvSpPr txBox="1"/>
            <p:nvPr/>
          </p:nvSpPr>
          <p:spPr>
            <a:xfrm>
              <a:off x="0" y="437582"/>
              <a:ext cx="2083500" cy="114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575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1</a:t>
              </a:r>
              <a:endParaRPr/>
            </a:p>
          </p:txBody>
        </p:sp>
      </p:grpSp>
      <p:sp>
        <p:nvSpPr>
          <p:cNvPr id="177" name="Google Shape;177;p19"/>
          <p:cNvSpPr/>
          <p:nvPr/>
        </p:nvSpPr>
        <p:spPr>
          <a:xfrm>
            <a:off x="-2627572" y="-733336"/>
            <a:ext cx="7315200" cy="2477783"/>
          </a:xfrm>
          <a:custGeom>
            <a:rect b="b" l="l" r="r" t="t"/>
            <a:pathLst>
              <a:path extrusionOk="0"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78" name="Google Shape;178;p19" title="Screenshot from 2025-11-03 12.02.5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53975" y="2343548"/>
            <a:ext cx="13459368" cy="7570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B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0"/>
          <p:cNvSpPr/>
          <p:nvPr/>
        </p:nvSpPr>
        <p:spPr>
          <a:xfrm>
            <a:off x="13764167" y="6208199"/>
            <a:ext cx="7315200" cy="2477783"/>
          </a:xfrm>
          <a:custGeom>
            <a:rect b="b" l="l" r="r" t="t"/>
            <a:pathLst>
              <a:path extrusionOk="0"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4" name="Google Shape;184;p20"/>
          <p:cNvSpPr txBox="1"/>
          <p:nvPr/>
        </p:nvSpPr>
        <p:spPr>
          <a:xfrm>
            <a:off x="2553980" y="736300"/>
            <a:ext cx="131799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499">
                <a:latin typeface="Alatsi"/>
                <a:ea typeface="Alatsi"/>
                <a:cs typeface="Alatsi"/>
                <a:sym typeface="Alatsi"/>
              </a:rPr>
              <a:t>Figma</a:t>
            </a:r>
            <a:endParaRPr/>
          </a:p>
        </p:txBody>
      </p:sp>
      <p:grpSp>
        <p:nvGrpSpPr>
          <p:cNvPr id="185" name="Google Shape;185;p20"/>
          <p:cNvGrpSpPr/>
          <p:nvPr/>
        </p:nvGrpSpPr>
        <p:grpSpPr>
          <a:xfrm>
            <a:off x="15859155" y="-98041"/>
            <a:ext cx="1562625" cy="1771271"/>
            <a:chOff x="0" y="-130721"/>
            <a:chExt cx="2083500" cy="2361695"/>
          </a:xfrm>
        </p:grpSpPr>
        <p:grpSp>
          <p:nvGrpSpPr>
            <p:cNvPr id="186" name="Google Shape;186;p20"/>
            <p:cNvGrpSpPr/>
            <p:nvPr/>
          </p:nvGrpSpPr>
          <p:grpSpPr>
            <a:xfrm>
              <a:off x="75599" y="-130721"/>
              <a:ext cx="1932614" cy="2361695"/>
              <a:chOff x="0" y="-47625"/>
              <a:chExt cx="704100" cy="860425"/>
            </a:xfrm>
          </p:grpSpPr>
          <p:sp>
            <p:nvSpPr>
              <p:cNvPr id="187" name="Google Shape;187;p20"/>
              <p:cNvSpPr/>
              <p:nvPr/>
            </p:nvSpPr>
            <p:spPr>
              <a:xfrm>
                <a:off x="0" y="0"/>
                <a:ext cx="703982" cy="812800"/>
              </a:xfrm>
              <a:custGeom>
                <a:rect b="b" l="l" r="r" t="t"/>
                <a:pathLst>
                  <a:path extrusionOk="0"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20"/>
              <p:cNvSpPr txBox="1"/>
              <p:nvPr/>
            </p:nvSpPr>
            <p:spPr>
              <a:xfrm>
                <a:off x="0" y="-47625"/>
                <a:ext cx="704100" cy="7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9" name="Google Shape;189;p20"/>
            <p:cNvSpPr txBox="1"/>
            <p:nvPr/>
          </p:nvSpPr>
          <p:spPr>
            <a:xfrm>
              <a:off x="0" y="437582"/>
              <a:ext cx="2083500" cy="114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575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1</a:t>
              </a:r>
              <a:endParaRPr/>
            </a:p>
          </p:txBody>
        </p:sp>
      </p:grpSp>
      <p:sp>
        <p:nvSpPr>
          <p:cNvPr id="190" name="Google Shape;190;p20"/>
          <p:cNvSpPr/>
          <p:nvPr/>
        </p:nvSpPr>
        <p:spPr>
          <a:xfrm>
            <a:off x="-2627572" y="-733336"/>
            <a:ext cx="7315200" cy="2477783"/>
          </a:xfrm>
          <a:custGeom>
            <a:rect b="b" l="l" r="r" t="t"/>
            <a:pathLst>
              <a:path extrusionOk="0"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91" name="Google Shape;191;p20" title="Screenshot from 2025-11-03 12.03.0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14313" y="2184148"/>
            <a:ext cx="13459368" cy="7570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B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1"/>
          <p:cNvSpPr/>
          <p:nvPr/>
        </p:nvSpPr>
        <p:spPr>
          <a:xfrm>
            <a:off x="13764167" y="6208199"/>
            <a:ext cx="7315200" cy="2477783"/>
          </a:xfrm>
          <a:custGeom>
            <a:rect b="b" l="l" r="r" t="t"/>
            <a:pathLst>
              <a:path extrusionOk="0"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7" name="Google Shape;197;p21"/>
          <p:cNvSpPr txBox="1"/>
          <p:nvPr/>
        </p:nvSpPr>
        <p:spPr>
          <a:xfrm>
            <a:off x="2553980" y="736300"/>
            <a:ext cx="131799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499">
                <a:latin typeface="Alatsi"/>
                <a:ea typeface="Alatsi"/>
                <a:cs typeface="Alatsi"/>
                <a:sym typeface="Alatsi"/>
              </a:rPr>
              <a:t>Figma</a:t>
            </a:r>
            <a:endParaRPr/>
          </a:p>
        </p:txBody>
      </p:sp>
      <p:grpSp>
        <p:nvGrpSpPr>
          <p:cNvPr id="198" name="Google Shape;198;p21"/>
          <p:cNvGrpSpPr/>
          <p:nvPr/>
        </p:nvGrpSpPr>
        <p:grpSpPr>
          <a:xfrm>
            <a:off x="15859155" y="-98041"/>
            <a:ext cx="1562625" cy="1771271"/>
            <a:chOff x="0" y="-130721"/>
            <a:chExt cx="2083500" cy="2361695"/>
          </a:xfrm>
        </p:grpSpPr>
        <p:grpSp>
          <p:nvGrpSpPr>
            <p:cNvPr id="199" name="Google Shape;199;p21"/>
            <p:cNvGrpSpPr/>
            <p:nvPr/>
          </p:nvGrpSpPr>
          <p:grpSpPr>
            <a:xfrm>
              <a:off x="75599" y="-130721"/>
              <a:ext cx="1932614" cy="2361695"/>
              <a:chOff x="0" y="-47625"/>
              <a:chExt cx="704100" cy="860425"/>
            </a:xfrm>
          </p:grpSpPr>
          <p:sp>
            <p:nvSpPr>
              <p:cNvPr id="200" name="Google Shape;200;p21"/>
              <p:cNvSpPr/>
              <p:nvPr/>
            </p:nvSpPr>
            <p:spPr>
              <a:xfrm>
                <a:off x="0" y="0"/>
                <a:ext cx="703982" cy="812800"/>
              </a:xfrm>
              <a:custGeom>
                <a:rect b="b" l="l" r="r" t="t"/>
                <a:pathLst>
                  <a:path extrusionOk="0"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21"/>
              <p:cNvSpPr txBox="1"/>
              <p:nvPr/>
            </p:nvSpPr>
            <p:spPr>
              <a:xfrm>
                <a:off x="0" y="-47625"/>
                <a:ext cx="704100" cy="7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2" name="Google Shape;202;p21"/>
            <p:cNvSpPr txBox="1"/>
            <p:nvPr/>
          </p:nvSpPr>
          <p:spPr>
            <a:xfrm>
              <a:off x="0" y="437582"/>
              <a:ext cx="2083500" cy="114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575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1</a:t>
              </a:r>
              <a:endParaRPr/>
            </a:p>
          </p:txBody>
        </p:sp>
      </p:grpSp>
      <p:sp>
        <p:nvSpPr>
          <p:cNvPr id="203" name="Google Shape;203;p21"/>
          <p:cNvSpPr/>
          <p:nvPr/>
        </p:nvSpPr>
        <p:spPr>
          <a:xfrm>
            <a:off x="-2627572" y="-733336"/>
            <a:ext cx="7315200" cy="2477783"/>
          </a:xfrm>
          <a:custGeom>
            <a:rect b="b" l="l" r="r" t="t"/>
            <a:pathLst>
              <a:path extrusionOk="0"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04" name="Google Shape;204;p21" title="Screenshot from 2025-11-03 12.03.0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2225" y="2363473"/>
            <a:ext cx="13459368" cy="7570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B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2"/>
          <p:cNvSpPr/>
          <p:nvPr/>
        </p:nvSpPr>
        <p:spPr>
          <a:xfrm>
            <a:off x="13764167" y="6208199"/>
            <a:ext cx="7315200" cy="2477783"/>
          </a:xfrm>
          <a:custGeom>
            <a:rect b="b" l="l" r="r" t="t"/>
            <a:pathLst>
              <a:path extrusionOk="0"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0" name="Google Shape;210;p22"/>
          <p:cNvSpPr txBox="1"/>
          <p:nvPr/>
        </p:nvSpPr>
        <p:spPr>
          <a:xfrm>
            <a:off x="2553980" y="736300"/>
            <a:ext cx="131799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499">
                <a:latin typeface="Alatsi"/>
                <a:ea typeface="Alatsi"/>
                <a:cs typeface="Alatsi"/>
                <a:sym typeface="Alatsi"/>
              </a:rPr>
              <a:t>Figma</a:t>
            </a:r>
            <a:endParaRPr/>
          </a:p>
        </p:txBody>
      </p:sp>
      <p:grpSp>
        <p:nvGrpSpPr>
          <p:cNvPr id="211" name="Google Shape;211;p22"/>
          <p:cNvGrpSpPr/>
          <p:nvPr/>
        </p:nvGrpSpPr>
        <p:grpSpPr>
          <a:xfrm>
            <a:off x="15859155" y="-98041"/>
            <a:ext cx="1562625" cy="1771271"/>
            <a:chOff x="0" y="-130721"/>
            <a:chExt cx="2083500" cy="2361695"/>
          </a:xfrm>
        </p:grpSpPr>
        <p:grpSp>
          <p:nvGrpSpPr>
            <p:cNvPr id="212" name="Google Shape;212;p22"/>
            <p:cNvGrpSpPr/>
            <p:nvPr/>
          </p:nvGrpSpPr>
          <p:grpSpPr>
            <a:xfrm>
              <a:off x="75599" y="-130721"/>
              <a:ext cx="1932614" cy="2361695"/>
              <a:chOff x="0" y="-47625"/>
              <a:chExt cx="704100" cy="860425"/>
            </a:xfrm>
          </p:grpSpPr>
          <p:sp>
            <p:nvSpPr>
              <p:cNvPr id="213" name="Google Shape;213;p22"/>
              <p:cNvSpPr/>
              <p:nvPr/>
            </p:nvSpPr>
            <p:spPr>
              <a:xfrm>
                <a:off x="0" y="0"/>
                <a:ext cx="703982" cy="812800"/>
              </a:xfrm>
              <a:custGeom>
                <a:rect b="b" l="l" r="r" t="t"/>
                <a:pathLst>
                  <a:path extrusionOk="0"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22"/>
              <p:cNvSpPr txBox="1"/>
              <p:nvPr/>
            </p:nvSpPr>
            <p:spPr>
              <a:xfrm>
                <a:off x="0" y="-47625"/>
                <a:ext cx="704100" cy="7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5" name="Google Shape;215;p22"/>
            <p:cNvSpPr txBox="1"/>
            <p:nvPr/>
          </p:nvSpPr>
          <p:spPr>
            <a:xfrm>
              <a:off x="0" y="437582"/>
              <a:ext cx="2083500" cy="114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575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1</a:t>
              </a:r>
              <a:endParaRPr/>
            </a:p>
          </p:txBody>
        </p:sp>
      </p:grpSp>
      <p:sp>
        <p:nvSpPr>
          <p:cNvPr id="216" name="Google Shape;216;p22"/>
          <p:cNvSpPr/>
          <p:nvPr/>
        </p:nvSpPr>
        <p:spPr>
          <a:xfrm>
            <a:off x="-2627572" y="-733336"/>
            <a:ext cx="7315200" cy="2477783"/>
          </a:xfrm>
          <a:custGeom>
            <a:rect b="b" l="l" r="r" t="t"/>
            <a:pathLst>
              <a:path extrusionOk="0"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17" name="Google Shape;217;p22" title="Screenshot from 2025-11-03 12.03.0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62525" y="2403298"/>
            <a:ext cx="13459368" cy="7570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B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3"/>
          <p:cNvSpPr/>
          <p:nvPr/>
        </p:nvSpPr>
        <p:spPr>
          <a:xfrm>
            <a:off x="13764167" y="6208199"/>
            <a:ext cx="7315200" cy="2477783"/>
          </a:xfrm>
          <a:custGeom>
            <a:rect b="b" l="l" r="r" t="t"/>
            <a:pathLst>
              <a:path extrusionOk="0"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3" name="Google Shape;223;p23"/>
          <p:cNvSpPr txBox="1"/>
          <p:nvPr/>
        </p:nvSpPr>
        <p:spPr>
          <a:xfrm>
            <a:off x="2553980" y="736300"/>
            <a:ext cx="131799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499">
                <a:latin typeface="Alatsi"/>
                <a:ea typeface="Alatsi"/>
                <a:cs typeface="Alatsi"/>
                <a:sym typeface="Alatsi"/>
              </a:rPr>
              <a:t>Figma</a:t>
            </a:r>
            <a:endParaRPr/>
          </a:p>
        </p:txBody>
      </p:sp>
      <p:grpSp>
        <p:nvGrpSpPr>
          <p:cNvPr id="224" name="Google Shape;224;p23"/>
          <p:cNvGrpSpPr/>
          <p:nvPr/>
        </p:nvGrpSpPr>
        <p:grpSpPr>
          <a:xfrm>
            <a:off x="15859155" y="-98041"/>
            <a:ext cx="1562625" cy="1771271"/>
            <a:chOff x="0" y="-130721"/>
            <a:chExt cx="2083500" cy="2361695"/>
          </a:xfrm>
        </p:grpSpPr>
        <p:grpSp>
          <p:nvGrpSpPr>
            <p:cNvPr id="225" name="Google Shape;225;p23"/>
            <p:cNvGrpSpPr/>
            <p:nvPr/>
          </p:nvGrpSpPr>
          <p:grpSpPr>
            <a:xfrm>
              <a:off x="75599" y="-130721"/>
              <a:ext cx="1932614" cy="2361695"/>
              <a:chOff x="0" y="-47625"/>
              <a:chExt cx="704100" cy="860425"/>
            </a:xfrm>
          </p:grpSpPr>
          <p:sp>
            <p:nvSpPr>
              <p:cNvPr id="226" name="Google Shape;226;p23"/>
              <p:cNvSpPr/>
              <p:nvPr/>
            </p:nvSpPr>
            <p:spPr>
              <a:xfrm>
                <a:off x="0" y="0"/>
                <a:ext cx="703982" cy="812800"/>
              </a:xfrm>
              <a:custGeom>
                <a:rect b="b" l="l" r="r" t="t"/>
                <a:pathLst>
                  <a:path extrusionOk="0"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23"/>
              <p:cNvSpPr txBox="1"/>
              <p:nvPr/>
            </p:nvSpPr>
            <p:spPr>
              <a:xfrm>
                <a:off x="0" y="-47625"/>
                <a:ext cx="704100" cy="7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8" name="Google Shape;228;p23"/>
            <p:cNvSpPr txBox="1"/>
            <p:nvPr/>
          </p:nvSpPr>
          <p:spPr>
            <a:xfrm>
              <a:off x="0" y="437582"/>
              <a:ext cx="2083500" cy="114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575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1</a:t>
              </a:r>
              <a:endParaRPr/>
            </a:p>
          </p:txBody>
        </p:sp>
      </p:grpSp>
      <p:sp>
        <p:nvSpPr>
          <p:cNvPr id="229" name="Google Shape;229;p23"/>
          <p:cNvSpPr/>
          <p:nvPr/>
        </p:nvSpPr>
        <p:spPr>
          <a:xfrm>
            <a:off x="-2627572" y="-733336"/>
            <a:ext cx="7315200" cy="2477783"/>
          </a:xfrm>
          <a:custGeom>
            <a:rect b="b" l="l" r="r" t="t"/>
            <a:pathLst>
              <a:path extrusionOk="0"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30" name="Google Shape;230;p23" title="Screenshot from 2025-11-03 12.08.5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14313" y="2323623"/>
            <a:ext cx="13459368" cy="7570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B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/>
          <p:nvPr/>
        </p:nvSpPr>
        <p:spPr>
          <a:xfrm>
            <a:off x="13764167" y="6208199"/>
            <a:ext cx="7315200" cy="2477783"/>
          </a:xfrm>
          <a:custGeom>
            <a:rect b="b" l="l" r="r" t="t"/>
            <a:pathLst>
              <a:path extrusionOk="0"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6" name="Google Shape;236;p24"/>
          <p:cNvSpPr txBox="1"/>
          <p:nvPr/>
        </p:nvSpPr>
        <p:spPr>
          <a:xfrm>
            <a:off x="2553980" y="736300"/>
            <a:ext cx="131799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499">
                <a:latin typeface="Alatsi"/>
                <a:ea typeface="Alatsi"/>
                <a:cs typeface="Alatsi"/>
                <a:sym typeface="Alatsi"/>
              </a:rPr>
              <a:t>New templates</a:t>
            </a:r>
            <a:endParaRPr/>
          </a:p>
        </p:txBody>
      </p:sp>
      <p:grpSp>
        <p:nvGrpSpPr>
          <p:cNvPr id="237" name="Google Shape;237;p24"/>
          <p:cNvGrpSpPr/>
          <p:nvPr/>
        </p:nvGrpSpPr>
        <p:grpSpPr>
          <a:xfrm>
            <a:off x="15859155" y="-98041"/>
            <a:ext cx="1562625" cy="1771271"/>
            <a:chOff x="0" y="-130721"/>
            <a:chExt cx="2083500" cy="2361695"/>
          </a:xfrm>
        </p:grpSpPr>
        <p:grpSp>
          <p:nvGrpSpPr>
            <p:cNvPr id="238" name="Google Shape;238;p24"/>
            <p:cNvGrpSpPr/>
            <p:nvPr/>
          </p:nvGrpSpPr>
          <p:grpSpPr>
            <a:xfrm>
              <a:off x="75599" y="-130721"/>
              <a:ext cx="1932614" cy="2361695"/>
              <a:chOff x="0" y="-47625"/>
              <a:chExt cx="704100" cy="860425"/>
            </a:xfrm>
          </p:grpSpPr>
          <p:sp>
            <p:nvSpPr>
              <p:cNvPr id="239" name="Google Shape;239;p24"/>
              <p:cNvSpPr/>
              <p:nvPr/>
            </p:nvSpPr>
            <p:spPr>
              <a:xfrm>
                <a:off x="0" y="0"/>
                <a:ext cx="703982" cy="812800"/>
              </a:xfrm>
              <a:custGeom>
                <a:rect b="b" l="l" r="r" t="t"/>
                <a:pathLst>
                  <a:path extrusionOk="0"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p24"/>
              <p:cNvSpPr txBox="1"/>
              <p:nvPr/>
            </p:nvSpPr>
            <p:spPr>
              <a:xfrm>
                <a:off x="0" y="-47625"/>
                <a:ext cx="704100" cy="7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1" name="Google Shape;241;p24"/>
            <p:cNvSpPr txBox="1"/>
            <p:nvPr/>
          </p:nvSpPr>
          <p:spPr>
            <a:xfrm>
              <a:off x="0" y="437582"/>
              <a:ext cx="2083500" cy="114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575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1</a:t>
              </a:r>
              <a:endParaRPr/>
            </a:p>
          </p:txBody>
        </p:sp>
      </p:grpSp>
      <p:sp>
        <p:nvSpPr>
          <p:cNvPr id="242" name="Google Shape;242;p24"/>
          <p:cNvSpPr/>
          <p:nvPr/>
        </p:nvSpPr>
        <p:spPr>
          <a:xfrm>
            <a:off x="-2627572" y="-733336"/>
            <a:ext cx="7315200" cy="2477783"/>
          </a:xfrm>
          <a:custGeom>
            <a:rect b="b" l="l" r="r" t="t"/>
            <a:pathLst>
              <a:path extrusionOk="0"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43" name="Google Shape;243;p24" title="Screenshot from 2025-11-03 12.03.2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53975" y="2383373"/>
            <a:ext cx="13459368" cy="7570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B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5"/>
          <p:cNvSpPr txBox="1"/>
          <p:nvPr/>
        </p:nvSpPr>
        <p:spPr>
          <a:xfrm>
            <a:off x="1028700" y="4213600"/>
            <a:ext cx="162306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0">
                <a:latin typeface="Alatsi"/>
                <a:ea typeface="Alatsi"/>
                <a:cs typeface="Alatsi"/>
                <a:sym typeface="Alatsi"/>
              </a:rPr>
              <a:t>Thank You</a:t>
            </a:r>
            <a:endParaRPr/>
          </a:p>
        </p:txBody>
      </p:sp>
      <p:grpSp>
        <p:nvGrpSpPr>
          <p:cNvPr id="249" name="Google Shape;249;p25"/>
          <p:cNvGrpSpPr/>
          <p:nvPr/>
        </p:nvGrpSpPr>
        <p:grpSpPr>
          <a:xfrm>
            <a:off x="627362" y="-144661"/>
            <a:ext cx="937061" cy="10431661"/>
            <a:chOff x="0" y="-38100"/>
            <a:chExt cx="246798" cy="2747433"/>
          </a:xfrm>
        </p:grpSpPr>
        <p:sp>
          <p:nvSpPr>
            <p:cNvPr id="250" name="Google Shape;250;p25"/>
            <p:cNvSpPr/>
            <p:nvPr/>
          </p:nvSpPr>
          <p:spPr>
            <a:xfrm>
              <a:off x="0" y="0"/>
              <a:ext cx="246798" cy="2709333"/>
            </a:xfrm>
            <a:custGeom>
              <a:rect b="b" l="l" r="r" t="t"/>
              <a:pathLst>
                <a:path extrusionOk="0" h="2709333" w="246798">
                  <a:moveTo>
                    <a:pt x="0" y="0"/>
                  </a:moveTo>
                  <a:lnTo>
                    <a:pt x="246798" y="0"/>
                  </a:lnTo>
                  <a:lnTo>
                    <a:pt x="24679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6F3EB"/>
            </a:solidFill>
            <a:ln>
              <a:noFill/>
            </a:ln>
          </p:spPr>
        </p:sp>
        <p:sp>
          <p:nvSpPr>
            <p:cNvPr id="251" name="Google Shape;251;p25"/>
            <p:cNvSpPr txBox="1"/>
            <p:nvPr/>
          </p:nvSpPr>
          <p:spPr>
            <a:xfrm>
              <a:off x="0" y="-38100"/>
              <a:ext cx="246798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309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3200" u="none" cap="none" strike="noStrike">
                <a:solidFill>
                  <a:schemeClr val="dk1"/>
                </a:solidFill>
                <a:latin typeface="Alatsi"/>
                <a:ea typeface="Alatsi"/>
                <a:cs typeface="Alatsi"/>
                <a:sym typeface="Alatsi"/>
              </a:endParaRPr>
            </a:p>
          </p:txBody>
        </p:sp>
      </p:grpSp>
      <p:cxnSp>
        <p:nvCxnSpPr>
          <p:cNvPr id="252" name="Google Shape;252;p25"/>
          <p:cNvCxnSpPr/>
          <p:nvPr/>
        </p:nvCxnSpPr>
        <p:spPr>
          <a:xfrm rot="10800000">
            <a:off x="1085850" y="7289441"/>
            <a:ext cx="5403" cy="2997456"/>
          </a:xfrm>
          <a:prstGeom prst="straightConnector1">
            <a:avLst/>
          </a:prstGeom>
          <a:noFill/>
          <a:ln cap="flat" cmpd="sng" w="114300">
            <a:solidFill>
              <a:srgbClr val="9FC3D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3" name="Google Shape;253;p25"/>
          <p:cNvCxnSpPr/>
          <p:nvPr/>
        </p:nvCxnSpPr>
        <p:spPr>
          <a:xfrm rot="10800000">
            <a:off x="1090490" y="-104525"/>
            <a:ext cx="5403" cy="2997456"/>
          </a:xfrm>
          <a:prstGeom prst="straightConnector1">
            <a:avLst/>
          </a:prstGeom>
          <a:noFill/>
          <a:ln cap="flat" cmpd="sng" w="114300">
            <a:solidFill>
              <a:srgbClr val="9FC3D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4" name="Google Shape;254;p25"/>
          <p:cNvSpPr/>
          <p:nvPr/>
        </p:nvSpPr>
        <p:spPr>
          <a:xfrm>
            <a:off x="9697545" y="8788169"/>
            <a:ext cx="7315200" cy="2477783"/>
          </a:xfrm>
          <a:custGeom>
            <a:rect b="b" l="l" r="r" t="t"/>
            <a:pathLst>
              <a:path extrusionOk="0"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5" name="Google Shape;255;p25"/>
          <p:cNvSpPr/>
          <p:nvPr/>
        </p:nvSpPr>
        <p:spPr>
          <a:xfrm>
            <a:off x="1564423" y="-1641171"/>
            <a:ext cx="7315200" cy="2477783"/>
          </a:xfrm>
          <a:custGeom>
            <a:rect b="b" l="l" r="r" t="t"/>
            <a:pathLst>
              <a:path extrusionOk="0"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